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43891200" cy="32918400"/>
  <p:notesSz cx="9601200" cy="7315200"/>
  <p:defaultTextStyle>
    <a:defPPr>
      <a:defRPr lang="en-US"/>
    </a:defPPr>
    <a:lvl1pPr marL="0" algn="l" defTabSz="4721354" rtl="0" eaLnBrk="1" latinLnBrk="0" hangingPunct="1">
      <a:defRPr sz="9256" kern="1200">
        <a:solidFill>
          <a:schemeClr val="tx1"/>
        </a:solidFill>
        <a:latin typeface="+mn-lt"/>
        <a:ea typeface="+mn-ea"/>
        <a:cs typeface="+mn-cs"/>
      </a:defRPr>
    </a:lvl1pPr>
    <a:lvl2pPr marL="2360678" algn="l" defTabSz="4721354" rtl="0" eaLnBrk="1" latinLnBrk="0" hangingPunct="1">
      <a:defRPr sz="9256" kern="1200">
        <a:solidFill>
          <a:schemeClr val="tx1"/>
        </a:solidFill>
        <a:latin typeface="+mn-lt"/>
        <a:ea typeface="+mn-ea"/>
        <a:cs typeface="+mn-cs"/>
      </a:defRPr>
    </a:lvl2pPr>
    <a:lvl3pPr marL="4721354" algn="l" defTabSz="4721354" rtl="0" eaLnBrk="1" latinLnBrk="0" hangingPunct="1">
      <a:defRPr sz="9256" kern="1200">
        <a:solidFill>
          <a:schemeClr val="tx1"/>
        </a:solidFill>
        <a:latin typeface="+mn-lt"/>
        <a:ea typeface="+mn-ea"/>
        <a:cs typeface="+mn-cs"/>
      </a:defRPr>
    </a:lvl3pPr>
    <a:lvl4pPr marL="7082032" algn="l" defTabSz="4721354" rtl="0" eaLnBrk="1" latinLnBrk="0" hangingPunct="1">
      <a:defRPr sz="9256" kern="1200">
        <a:solidFill>
          <a:schemeClr val="tx1"/>
        </a:solidFill>
        <a:latin typeface="+mn-lt"/>
        <a:ea typeface="+mn-ea"/>
        <a:cs typeface="+mn-cs"/>
      </a:defRPr>
    </a:lvl4pPr>
    <a:lvl5pPr marL="9442701" algn="l" defTabSz="4721354" rtl="0" eaLnBrk="1" latinLnBrk="0" hangingPunct="1">
      <a:defRPr sz="9256" kern="1200">
        <a:solidFill>
          <a:schemeClr val="tx1"/>
        </a:solidFill>
        <a:latin typeface="+mn-lt"/>
        <a:ea typeface="+mn-ea"/>
        <a:cs typeface="+mn-cs"/>
      </a:defRPr>
    </a:lvl5pPr>
    <a:lvl6pPr marL="11803368" algn="l" defTabSz="4721354" rtl="0" eaLnBrk="1" latinLnBrk="0" hangingPunct="1">
      <a:defRPr sz="9256" kern="1200">
        <a:solidFill>
          <a:schemeClr val="tx1"/>
        </a:solidFill>
        <a:latin typeface="+mn-lt"/>
        <a:ea typeface="+mn-ea"/>
        <a:cs typeface="+mn-cs"/>
      </a:defRPr>
    </a:lvl6pPr>
    <a:lvl7pPr marL="14164044" algn="l" defTabSz="4721354" rtl="0" eaLnBrk="1" latinLnBrk="0" hangingPunct="1">
      <a:defRPr sz="9256" kern="1200">
        <a:solidFill>
          <a:schemeClr val="tx1"/>
        </a:solidFill>
        <a:latin typeface="+mn-lt"/>
        <a:ea typeface="+mn-ea"/>
        <a:cs typeface="+mn-cs"/>
      </a:defRPr>
    </a:lvl7pPr>
    <a:lvl8pPr marL="16524722" algn="l" defTabSz="4721354" rtl="0" eaLnBrk="1" latinLnBrk="0" hangingPunct="1">
      <a:defRPr sz="9256" kern="1200">
        <a:solidFill>
          <a:schemeClr val="tx1"/>
        </a:solidFill>
        <a:latin typeface="+mn-lt"/>
        <a:ea typeface="+mn-ea"/>
        <a:cs typeface="+mn-cs"/>
      </a:defRPr>
    </a:lvl8pPr>
    <a:lvl9pPr marL="18885399" algn="l" defTabSz="4721354" rtl="0" eaLnBrk="1" latinLnBrk="0" hangingPunct="1">
      <a:defRPr sz="925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2BFE4E0-BC0F-38ED-EB5C-141A9DA9F0C4}" name="Weideman, Ann Marie Kathryn" initials="WAMK" userId="Weideman, Ann Marie Kathry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igurdsa" initials="s" lastIdx="9" clrIdx="0"/>
  <p:cmAuthor id="1" name="Lee, Terrence (NIH/NCI) [F]" initials="LT([" lastIdx="6" clrIdx="1"/>
  <p:cmAuthor id="2" name="anndo1@umbc.edu" initials="a" lastIdx="0" clrIdx="2">
    <p:extLst>
      <p:ext uri="{19B8F6BF-5375-455C-9EA6-DF929625EA0E}">
        <p15:presenceInfo xmlns:p15="http://schemas.microsoft.com/office/powerpoint/2012/main" userId="65e872e91536852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6F2"/>
    <a:srgbClr val="59A5D6"/>
    <a:srgbClr val="4B9CD3"/>
    <a:srgbClr val="DBEEF1"/>
    <a:srgbClr val="99CCFF"/>
    <a:srgbClr val="B8D8EE"/>
    <a:srgbClr val="102874"/>
    <a:srgbClr val="7BAFD4"/>
    <a:srgbClr val="74C0D7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86417" autoAdjust="0"/>
  </p:normalViewPr>
  <p:slideViewPr>
    <p:cSldViewPr>
      <p:cViewPr>
        <p:scale>
          <a:sx n="33" d="100"/>
          <a:sy n="33" d="100"/>
        </p:scale>
        <p:origin x="-1890" y="-102"/>
      </p:cViewPr>
      <p:guideLst>
        <p:guide orient="horz" pos="10368"/>
        <p:guide pos="138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5948"/>
    </p:cViewPr>
  </p:sorterViewPr>
  <p:notesViewPr>
    <p:cSldViewPr>
      <p:cViewPr varScale="1">
        <p:scale>
          <a:sx n="108" d="100"/>
          <a:sy n="108" d="100"/>
        </p:scale>
        <p:origin x="2466" y="108"/>
      </p:cViewPr>
      <p:guideLst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4161176" cy="365997"/>
          </a:xfrm>
          <a:prstGeom prst="rect">
            <a:avLst/>
          </a:prstGeom>
        </p:spPr>
        <p:txBody>
          <a:bodyPr vert="horz" lIns="64395" tIns="32197" rIns="64395" bIns="32197" rtlCol="0"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389" y="2"/>
            <a:ext cx="4161176" cy="365997"/>
          </a:xfrm>
          <a:prstGeom prst="rect">
            <a:avLst/>
          </a:prstGeom>
        </p:spPr>
        <p:txBody>
          <a:bodyPr vert="horz" lIns="64395" tIns="32197" rIns="64395" bIns="32197" rtlCol="0"/>
          <a:lstStyle>
            <a:lvl1pPr algn="r">
              <a:defRPr sz="800"/>
            </a:lvl1pPr>
          </a:lstStyle>
          <a:p>
            <a:fld id="{D6F6EBC0-9317-4F33-B54E-93DB876B3E8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6948416"/>
            <a:ext cx="4161176" cy="365208"/>
          </a:xfrm>
          <a:prstGeom prst="rect">
            <a:avLst/>
          </a:prstGeom>
        </p:spPr>
        <p:txBody>
          <a:bodyPr vert="horz" lIns="64395" tIns="32197" rIns="64395" bIns="32197" rtlCol="0" anchor="b"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389" y="6948416"/>
            <a:ext cx="4161176" cy="365208"/>
          </a:xfrm>
          <a:prstGeom prst="rect">
            <a:avLst/>
          </a:prstGeom>
        </p:spPr>
        <p:txBody>
          <a:bodyPr vert="horz" lIns="64395" tIns="32197" rIns="64395" bIns="32197" rtlCol="0" anchor="b"/>
          <a:lstStyle>
            <a:lvl1pPr algn="r">
              <a:defRPr sz="800"/>
            </a:lvl1pPr>
          </a:lstStyle>
          <a:p>
            <a:fld id="{63228FA5-5EE3-4577-9837-F6DBA6427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0499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4161176" cy="365997"/>
          </a:xfrm>
          <a:prstGeom prst="rect">
            <a:avLst/>
          </a:prstGeom>
        </p:spPr>
        <p:txBody>
          <a:bodyPr vert="horz" lIns="64395" tIns="32197" rIns="64395" bIns="32197" rtlCol="0"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389" y="2"/>
            <a:ext cx="4161176" cy="365997"/>
          </a:xfrm>
          <a:prstGeom prst="rect">
            <a:avLst/>
          </a:prstGeom>
        </p:spPr>
        <p:txBody>
          <a:bodyPr vert="horz" lIns="64395" tIns="32197" rIns="64395" bIns="32197" rtlCol="0"/>
          <a:lstStyle>
            <a:lvl1pPr algn="r">
              <a:defRPr sz="800"/>
            </a:lvl1pPr>
          </a:lstStyle>
          <a:p>
            <a:fld id="{D366F4FC-D845-4B39-9D83-B6FE55293EC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71800" y="547688"/>
            <a:ext cx="36576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64395" tIns="32197" rIns="64395" bIns="3219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776" y="3474604"/>
            <a:ext cx="7679648" cy="3291603"/>
          </a:xfrm>
          <a:prstGeom prst="rect">
            <a:avLst/>
          </a:prstGeom>
        </p:spPr>
        <p:txBody>
          <a:bodyPr vert="horz" lIns="64395" tIns="32197" rIns="64395" bIns="3219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948416"/>
            <a:ext cx="4161176" cy="365208"/>
          </a:xfrm>
          <a:prstGeom prst="rect">
            <a:avLst/>
          </a:prstGeom>
        </p:spPr>
        <p:txBody>
          <a:bodyPr vert="horz" lIns="64395" tIns="32197" rIns="64395" bIns="32197" rtlCol="0" anchor="b"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389" y="6948416"/>
            <a:ext cx="4161176" cy="365208"/>
          </a:xfrm>
          <a:prstGeom prst="rect">
            <a:avLst/>
          </a:prstGeom>
        </p:spPr>
        <p:txBody>
          <a:bodyPr vert="horz" lIns="64395" tIns="32197" rIns="64395" bIns="32197" rtlCol="0" anchor="b"/>
          <a:lstStyle>
            <a:lvl1pPr algn="r">
              <a:defRPr sz="800"/>
            </a:lvl1pPr>
          </a:lstStyle>
          <a:p>
            <a:fld id="{A8161980-8C8A-46CF-928B-436E95872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982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83625" rtl="0" eaLnBrk="1" latinLnBrk="0" hangingPunct="1">
      <a:defRPr sz="1077" kern="1200">
        <a:solidFill>
          <a:schemeClr val="tx1"/>
        </a:solidFill>
        <a:latin typeface="+mn-lt"/>
        <a:ea typeface="+mn-ea"/>
        <a:cs typeface="+mn-cs"/>
      </a:defRPr>
    </a:lvl1pPr>
    <a:lvl2pPr marL="491811" algn="l" defTabSz="983625" rtl="0" eaLnBrk="1" latinLnBrk="0" hangingPunct="1">
      <a:defRPr sz="1077" kern="1200">
        <a:solidFill>
          <a:schemeClr val="tx1"/>
        </a:solidFill>
        <a:latin typeface="+mn-lt"/>
        <a:ea typeface="+mn-ea"/>
        <a:cs typeface="+mn-cs"/>
      </a:defRPr>
    </a:lvl2pPr>
    <a:lvl3pPr marL="983625" algn="l" defTabSz="983625" rtl="0" eaLnBrk="1" latinLnBrk="0" hangingPunct="1">
      <a:defRPr sz="1077" kern="1200">
        <a:solidFill>
          <a:schemeClr val="tx1"/>
        </a:solidFill>
        <a:latin typeface="+mn-lt"/>
        <a:ea typeface="+mn-ea"/>
        <a:cs typeface="+mn-cs"/>
      </a:defRPr>
    </a:lvl3pPr>
    <a:lvl4pPr marL="1475415" algn="l" defTabSz="983625" rtl="0" eaLnBrk="1" latinLnBrk="0" hangingPunct="1">
      <a:defRPr sz="1077" kern="1200">
        <a:solidFill>
          <a:schemeClr val="tx1"/>
        </a:solidFill>
        <a:latin typeface="+mn-lt"/>
        <a:ea typeface="+mn-ea"/>
        <a:cs typeface="+mn-cs"/>
      </a:defRPr>
    </a:lvl4pPr>
    <a:lvl5pPr marL="1967227" algn="l" defTabSz="983625" rtl="0" eaLnBrk="1" latinLnBrk="0" hangingPunct="1">
      <a:defRPr sz="1077" kern="1200">
        <a:solidFill>
          <a:schemeClr val="tx1"/>
        </a:solidFill>
        <a:latin typeface="+mn-lt"/>
        <a:ea typeface="+mn-ea"/>
        <a:cs typeface="+mn-cs"/>
      </a:defRPr>
    </a:lvl5pPr>
    <a:lvl6pPr marL="2459040" algn="l" defTabSz="983625" rtl="0" eaLnBrk="1" latinLnBrk="0" hangingPunct="1">
      <a:defRPr sz="1077" kern="1200">
        <a:solidFill>
          <a:schemeClr val="tx1"/>
        </a:solidFill>
        <a:latin typeface="+mn-lt"/>
        <a:ea typeface="+mn-ea"/>
        <a:cs typeface="+mn-cs"/>
      </a:defRPr>
    </a:lvl6pPr>
    <a:lvl7pPr marL="2950853" algn="l" defTabSz="983625" rtl="0" eaLnBrk="1" latinLnBrk="0" hangingPunct="1">
      <a:defRPr sz="1077" kern="1200">
        <a:solidFill>
          <a:schemeClr val="tx1"/>
        </a:solidFill>
        <a:latin typeface="+mn-lt"/>
        <a:ea typeface="+mn-ea"/>
        <a:cs typeface="+mn-cs"/>
      </a:defRPr>
    </a:lvl7pPr>
    <a:lvl8pPr marL="3442644" algn="l" defTabSz="983625" rtl="0" eaLnBrk="1" latinLnBrk="0" hangingPunct="1">
      <a:defRPr sz="1077" kern="1200">
        <a:solidFill>
          <a:schemeClr val="tx1"/>
        </a:solidFill>
        <a:latin typeface="+mn-lt"/>
        <a:ea typeface="+mn-ea"/>
        <a:cs typeface="+mn-cs"/>
      </a:defRPr>
    </a:lvl8pPr>
    <a:lvl9pPr marL="3934456" algn="l" defTabSz="983625" rtl="0" eaLnBrk="1" latinLnBrk="0" hangingPunct="1">
      <a:defRPr sz="107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7688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61980-8C8A-46CF-928B-436E95872C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826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8"/>
            <a:ext cx="37307520" cy="70561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879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759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6394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5193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93991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1278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3158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50386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25ADA-0F9C-4A5E-BCE2-A9BAA57ADF2D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227E-3E36-4624-A612-84DBD12921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57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25ADA-0F9C-4A5E-BCE2-A9BAA57ADF2D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227E-3E36-4624-A612-84DBD12921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14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2" y="21153125"/>
            <a:ext cx="37307520" cy="6537960"/>
          </a:xfrm>
        </p:spPr>
        <p:txBody>
          <a:bodyPr anchor="t"/>
          <a:lstStyle>
            <a:lvl1pPr algn="l">
              <a:defRPr sz="1645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2" y="13952229"/>
            <a:ext cx="37307520" cy="7200898"/>
          </a:xfrm>
        </p:spPr>
        <p:txBody>
          <a:bodyPr anchor="b"/>
          <a:lstStyle>
            <a:lvl1pPr marL="0" indent="0">
              <a:buNone/>
              <a:defRPr sz="8228">
                <a:solidFill>
                  <a:schemeClr val="tx1">
                    <a:tint val="75000"/>
                  </a:schemeClr>
                </a:solidFill>
              </a:defRPr>
            </a:lvl1pPr>
            <a:lvl2pPr marL="1879829" indent="0">
              <a:buNone/>
              <a:defRPr sz="7374">
                <a:solidFill>
                  <a:schemeClr val="tx1">
                    <a:tint val="75000"/>
                  </a:schemeClr>
                </a:solidFill>
              </a:defRPr>
            </a:lvl2pPr>
            <a:lvl3pPr marL="3759658" indent="0">
              <a:buNone/>
              <a:defRPr sz="6604">
                <a:solidFill>
                  <a:schemeClr val="tx1">
                    <a:tint val="75000"/>
                  </a:schemeClr>
                </a:solidFill>
              </a:defRPr>
            </a:lvl3pPr>
            <a:lvl4pPr marL="5639488" indent="0">
              <a:buNone/>
              <a:defRPr sz="5744">
                <a:solidFill>
                  <a:schemeClr val="tx1">
                    <a:tint val="75000"/>
                  </a:schemeClr>
                </a:solidFill>
              </a:defRPr>
            </a:lvl4pPr>
            <a:lvl5pPr marL="7519307" indent="0">
              <a:buNone/>
              <a:defRPr sz="5744">
                <a:solidFill>
                  <a:schemeClr val="tx1">
                    <a:tint val="75000"/>
                  </a:schemeClr>
                </a:solidFill>
              </a:defRPr>
            </a:lvl5pPr>
            <a:lvl6pPr marL="9399125" indent="0">
              <a:buNone/>
              <a:defRPr sz="5744">
                <a:solidFill>
                  <a:schemeClr val="tx1">
                    <a:tint val="75000"/>
                  </a:schemeClr>
                </a:solidFill>
              </a:defRPr>
            </a:lvl6pPr>
            <a:lvl7pPr marL="11278945" indent="0">
              <a:buNone/>
              <a:defRPr sz="5744">
                <a:solidFill>
                  <a:schemeClr val="tx1">
                    <a:tint val="75000"/>
                  </a:schemeClr>
                </a:solidFill>
              </a:defRPr>
            </a:lvl7pPr>
            <a:lvl8pPr marL="13158773" indent="0">
              <a:buNone/>
              <a:defRPr sz="5744">
                <a:solidFill>
                  <a:schemeClr val="tx1">
                    <a:tint val="75000"/>
                  </a:schemeClr>
                </a:solidFill>
              </a:defRPr>
            </a:lvl8pPr>
            <a:lvl9pPr marL="15038603" indent="0">
              <a:buNone/>
              <a:defRPr sz="57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25ADA-0F9C-4A5E-BCE2-A9BAA57ADF2D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227E-3E36-4624-A612-84DBD12921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610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530854" y="36865564"/>
            <a:ext cx="94442283" cy="104279702"/>
          </a:xfrm>
        </p:spPr>
        <p:txBody>
          <a:bodyPr/>
          <a:lstStyle>
            <a:lvl1pPr>
              <a:defRPr sz="11489"/>
            </a:lvl1pPr>
            <a:lvl2pPr>
              <a:defRPr sz="9858"/>
            </a:lvl2pPr>
            <a:lvl3pPr>
              <a:defRPr sz="8228"/>
            </a:lvl3pPr>
            <a:lvl4pPr>
              <a:defRPr sz="7374"/>
            </a:lvl4pPr>
            <a:lvl5pPr>
              <a:defRPr sz="7374"/>
            </a:lvl5pPr>
            <a:lvl6pPr>
              <a:defRPr sz="7374"/>
            </a:lvl6pPr>
            <a:lvl7pPr>
              <a:defRPr sz="7374"/>
            </a:lvl7pPr>
            <a:lvl8pPr>
              <a:defRPr sz="7374"/>
            </a:lvl8pPr>
            <a:lvl9pPr>
              <a:defRPr sz="737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704664" y="36865564"/>
            <a:ext cx="94442283" cy="104279702"/>
          </a:xfrm>
        </p:spPr>
        <p:txBody>
          <a:bodyPr/>
          <a:lstStyle>
            <a:lvl1pPr>
              <a:defRPr sz="11489"/>
            </a:lvl1pPr>
            <a:lvl2pPr>
              <a:defRPr sz="9858"/>
            </a:lvl2pPr>
            <a:lvl3pPr>
              <a:defRPr sz="8228"/>
            </a:lvl3pPr>
            <a:lvl4pPr>
              <a:defRPr sz="7374"/>
            </a:lvl4pPr>
            <a:lvl5pPr>
              <a:defRPr sz="7374"/>
            </a:lvl5pPr>
            <a:lvl6pPr>
              <a:defRPr sz="7374"/>
            </a:lvl6pPr>
            <a:lvl7pPr>
              <a:defRPr sz="7374"/>
            </a:lvl7pPr>
            <a:lvl8pPr>
              <a:defRPr sz="7374"/>
            </a:lvl8pPr>
            <a:lvl9pPr>
              <a:defRPr sz="737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25ADA-0F9C-4A5E-BCE2-A9BAA57ADF2D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227E-3E36-4624-A612-84DBD12921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89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77" y="7368546"/>
            <a:ext cx="19392898" cy="3070858"/>
          </a:xfrm>
        </p:spPr>
        <p:txBody>
          <a:bodyPr anchor="b"/>
          <a:lstStyle>
            <a:lvl1pPr marL="0" indent="0">
              <a:buNone/>
              <a:defRPr sz="9858" b="1"/>
            </a:lvl1pPr>
            <a:lvl2pPr marL="1879829" indent="0">
              <a:buNone/>
              <a:defRPr sz="8228" b="1"/>
            </a:lvl2pPr>
            <a:lvl3pPr marL="3759658" indent="0">
              <a:buNone/>
              <a:defRPr sz="7374" b="1"/>
            </a:lvl3pPr>
            <a:lvl4pPr marL="5639488" indent="0">
              <a:buNone/>
              <a:defRPr sz="6604" b="1"/>
            </a:lvl4pPr>
            <a:lvl5pPr marL="7519307" indent="0">
              <a:buNone/>
              <a:defRPr sz="6604" b="1"/>
            </a:lvl5pPr>
            <a:lvl6pPr marL="9399125" indent="0">
              <a:buNone/>
              <a:defRPr sz="6604" b="1"/>
            </a:lvl6pPr>
            <a:lvl7pPr marL="11278945" indent="0">
              <a:buNone/>
              <a:defRPr sz="6604" b="1"/>
            </a:lvl7pPr>
            <a:lvl8pPr marL="13158773" indent="0">
              <a:buNone/>
              <a:defRPr sz="6604" b="1"/>
            </a:lvl8pPr>
            <a:lvl9pPr marL="15038603" indent="0">
              <a:buNone/>
              <a:defRPr sz="66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77" y="10439404"/>
            <a:ext cx="19392898" cy="18966182"/>
          </a:xfrm>
        </p:spPr>
        <p:txBody>
          <a:bodyPr/>
          <a:lstStyle>
            <a:lvl1pPr>
              <a:defRPr sz="9858"/>
            </a:lvl1pPr>
            <a:lvl2pPr>
              <a:defRPr sz="8228"/>
            </a:lvl2pPr>
            <a:lvl3pPr>
              <a:defRPr sz="7374"/>
            </a:lvl3pPr>
            <a:lvl4pPr>
              <a:defRPr sz="6604"/>
            </a:lvl4pPr>
            <a:lvl5pPr>
              <a:defRPr sz="6604"/>
            </a:lvl5pPr>
            <a:lvl6pPr>
              <a:defRPr sz="6604"/>
            </a:lvl6pPr>
            <a:lvl7pPr>
              <a:defRPr sz="6604"/>
            </a:lvl7pPr>
            <a:lvl8pPr>
              <a:defRPr sz="6604"/>
            </a:lvl8pPr>
            <a:lvl9pPr>
              <a:defRPr sz="660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34" y="7368546"/>
            <a:ext cx="19400523" cy="3070858"/>
          </a:xfrm>
        </p:spPr>
        <p:txBody>
          <a:bodyPr anchor="b"/>
          <a:lstStyle>
            <a:lvl1pPr marL="0" indent="0">
              <a:buNone/>
              <a:defRPr sz="9858" b="1"/>
            </a:lvl1pPr>
            <a:lvl2pPr marL="1879829" indent="0">
              <a:buNone/>
              <a:defRPr sz="8228" b="1"/>
            </a:lvl2pPr>
            <a:lvl3pPr marL="3759658" indent="0">
              <a:buNone/>
              <a:defRPr sz="7374" b="1"/>
            </a:lvl3pPr>
            <a:lvl4pPr marL="5639488" indent="0">
              <a:buNone/>
              <a:defRPr sz="6604" b="1"/>
            </a:lvl4pPr>
            <a:lvl5pPr marL="7519307" indent="0">
              <a:buNone/>
              <a:defRPr sz="6604" b="1"/>
            </a:lvl5pPr>
            <a:lvl6pPr marL="9399125" indent="0">
              <a:buNone/>
              <a:defRPr sz="6604" b="1"/>
            </a:lvl6pPr>
            <a:lvl7pPr marL="11278945" indent="0">
              <a:buNone/>
              <a:defRPr sz="6604" b="1"/>
            </a:lvl7pPr>
            <a:lvl8pPr marL="13158773" indent="0">
              <a:buNone/>
              <a:defRPr sz="6604" b="1"/>
            </a:lvl8pPr>
            <a:lvl9pPr marL="15038603" indent="0">
              <a:buNone/>
              <a:defRPr sz="66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34" y="10439404"/>
            <a:ext cx="19400523" cy="18966182"/>
          </a:xfrm>
        </p:spPr>
        <p:txBody>
          <a:bodyPr/>
          <a:lstStyle>
            <a:lvl1pPr>
              <a:defRPr sz="9858"/>
            </a:lvl1pPr>
            <a:lvl2pPr>
              <a:defRPr sz="8228"/>
            </a:lvl2pPr>
            <a:lvl3pPr>
              <a:defRPr sz="7374"/>
            </a:lvl3pPr>
            <a:lvl4pPr>
              <a:defRPr sz="6604"/>
            </a:lvl4pPr>
            <a:lvl5pPr>
              <a:defRPr sz="6604"/>
            </a:lvl5pPr>
            <a:lvl6pPr>
              <a:defRPr sz="6604"/>
            </a:lvl6pPr>
            <a:lvl7pPr>
              <a:defRPr sz="6604"/>
            </a:lvl7pPr>
            <a:lvl8pPr>
              <a:defRPr sz="6604"/>
            </a:lvl8pPr>
            <a:lvl9pPr>
              <a:defRPr sz="660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25ADA-0F9C-4A5E-BCE2-A9BAA57ADF2D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227E-3E36-4624-A612-84DBD12921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180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25ADA-0F9C-4A5E-BCE2-A9BAA57ADF2D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227E-3E36-4624-A612-84DBD12921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64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25ADA-0F9C-4A5E-BCE2-A9BAA57ADF2D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227E-3E36-4624-A612-84DBD12921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10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86" y="1310640"/>
            <a:ext cx="14439902" cy="5577840"/>
          </a:xfrm>
        </p:spPr>
        <p:txBody>
          <a:bodyPr anchor="b"/>
          <a:lstStyle>
            <a:lvl1pPr algn="l">
              <a:defRPr sz="822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3" y="1310647"/>
            <a:ext cx="24536400" cy="28094942"/>
          </a:xfrm>
        </p:spPr>
        <p:txBody>
          <a:bodyPr/>
          <a:lstStyle>
            <a:lvl1pPr>
              <a:defRPr sz="13202"/>
            </a:lvl1pPr>
            <a:lvl2pPr>
              <a:defRPr sz="11489"/>
            </a:lvl2pPr>
            <a:lvl3pPr>
              <a:defRPr sz="9858"/>
            </a:lvl3pPr>
            <a:lvl4pPr>
              <a:defRPr sz="8228"/>
            </a:lvl4pPr>
            <a:lvl5pPr>
              <a:defRPr sz="8228"/>
            </a:lvl5pPr>
            <a:lvl6pPr>
              <a:defRPr sz="8228"/>
            </a:lvl6pPr>
            <a:lvl7pPr>
              <a:defRPr sz="8228"/>
            </a:lvl7pPr>
            <a:lvl8pPr>
              <a:defRPr sz="8228"/>
            </a:lvl8pPr>
            <a:lvl9pPr>
              <a:defRPr sz="822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86" y="6888487"/>
            <a:ext cx="14439902" cy="22517102"/>
          </a:xfrm>
        </p:spPr>
        <p:txBody>
          <a:bodyPr/>
          <a:lstStyle>
            <a:lvl1pPr marL="0" indent="0">
              <a:buNone/>
              <a:defRPr sz="5744"/>
            </a:lvl1pPr>
            <a:lvl2pPr marL="1879829" indent="0">
              <a:buNone/>
              <a:defRPr sz="4973"/>
            </a:lvl2pPr>
            <a:lvl3pPr marL="3759658" indent="0">
              <a:buNone/>
              <a:defRPr sz="4114"/>
            </a:lvl3pPr>
            <a:lvl4pPr marL="5639488" indent="0">
              <a:buNone/>
              <a:defRPr sz="3688"/>
            </a:lvl4pPr>
            <a:lvl5pPr marL="7519307" indent="0">
              <a:buNone/>
              <a:defRPr sz="3688"/>
            </a:lvl5pPr>
            <a:lvl6pPr marL="9399125" indent="0">
              <a:buNone/>
              <a:defRPr sz="3688"/>
            </a:lvl6pPr>
            <a:lvl7pPr marL="11278945" indent="0">
              <a:buNone/>
              <a:defRPr sz="3688"/>
            </a:lvl7pPr>
            <a:lvl8pPr marL="13158773" indent="0">
              <a:buNone/>
              <a:defRPr sz="3688"/>
            </a:lvl8pPr>
            <a:lvl9pPr marL="15038603" indent="0">
              <a:buNone/>
              <a:defRPr sz="36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25ADA-0F9C-4A5E-BCE2-A9BAA57ADF2D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227E-3E36-4624-A612-84DBD12921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03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78" y="23042884"/>
            <a:ext cx="26334720" cy="2720342"/>
          </a:xfrm>
        </p:spPr>
        <p:txBody>
          <a:bodyPr anchor="b"/>
          <a:lstStyle>
            <a:lvl1pPr algn="l">
              <a:defRPr sz="822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78" y="2941320"/>
            <a:ext cx="26334720" cy="19751040"/>
          </a:xfrm>
        </p:spPr>
        <p:txBody>
          <a:bodyPr/>
          <a:lstStyle>
            <a:lvl1pPr marL="0" indent="0">
              <a:buNone/>
              <a:defRPr sz="13202"/>
            </a:lvl1pPr>
            <a:lvl2pPr marL="1879829" indent="0">
              <a:buNone/>
              <a:defRPr sz="11489"/>
            </a:lvl2pPr>
            <a:lvl3pPr marL="3759658" indent="0">
              <a:buNone/>
              <a:defRPr sz="9858"/>
            </a:lvl3pPr>
            <a:lvl4pPr marL="5639488" indent="0">
              <a:buNone/>
              <a:defRPr sz="8228"/>
            </a:lvl4pPr>
            <a:lvl5pPr marL="7519307" indent="0">
              <a:buNone/>
              <a:defRPr sz="8228"/>
            </a:lvl5pPr>
            <a:lvl6pPr marL="9399125" indent="0">
              <a:buNone/>
              <a:defRPr sz="8228"/>
            </a:lvl6pPr>
            <a:lvl7pPr marL="11278945" indent="0">
              <a:buNone/>
              <a:defRPr sz="8228"/>
            </a:lvl7pPr>
            <a:lvl8pPr marL="13158773" indent="0">
              <a:buNone/>
              <a:defRPr sz="8228"/>
            </a:lvl8pPr>
            <a:lvl9pPr marL="15038603" indent="0">
              <a:buNone/>
              <a:defRPr sz="822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78" y="25763226"/>
            <a:ext cx="26334720" cy="3863338"/>
          </a:xfrm>
        </p:spPr>
        <p:txBody>
          <a:bodyPr/>
          <a:lstStyle>
            <a:lvl1pPr marL="0" indent="0">
              <a:buNone/>
              <a:defRPr sz="5744"/>
            </a:lvl1pPr>
            <a:lvl2pPr marL="1879829" indent="0">
              <a:buNone/>
              <a:defRPr sz="4973"/>
            </a:lvl2pPr>
            <a:lvl3pPr marL="3759658" indent="0">
              <a:buNone/>
              <a:defRPr sz="4114"/>
            </a:lvl3pPr>
            <a:lvl4pPr marL="5639488" indent="0">
              <a:buNone/>
              <a:defRPr sz="3688"/>
            </a:lvl4pPr>
            <a:lvl5pPr marL="7519307" indent="0">
              <a:buNone/>
              <a:defRPr sz="3688"/>
            </a:lvl5pPr>
            <a:lvl6pPr marL="9399125" indent="0">
              <a:buNone/>
              <a:defRPr sz="3688"/>
            </a:lvl6pPr>
            <a:lvl7pPr marL="11278945" indent="0">
              <a:buNone/>
              <a:defRPr sz="3688"/>
            </a:lvl7pPr>
            <a:lvl8pPr marL="13158773" indent="0">
              <a:buNone/>
              <a:defRPr sz="3688"/>
            </a:lvl8pPr>
            <a:lvl9pPr marL="15038603" indent="0">
              <a:buNone/>
              <a:defRPr sz="36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25ADA-0F9C-4A5E-BCE2-A9BAA57ADF2D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227E-3E36-4624-A612-84DBD12921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518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25ADA-0F9C-4A5E-BCE2-A9BAA57ADF2D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227E-3E36-4624-A612-84DBD12921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66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2742920" y="6324604"/>
            <a:ext cx="47404018" cy="1348206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0867" y="6324604"/>
            <a:ext cx="141480542" cy="1348206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25ADA-0F9C-4A5E-BCE2-A9BAA57ADF2D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227E-3E36-4624-A612-84DBD12921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4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31000">
              <a:srgbClr val="DCE6F2"/>
            </a:gs>
            <a:gs pos="98000">
              <a:schemeClr val="accent1">
                <a:lumMod val="69000"/>
                <a:lumOff val="31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  <a:prstGeom prst="rect">
            <a:avLst/>
          </a:prstGeom>
        </p:spPr>
        <p:txBody>
          <a:bodyPr vert="horz" lIns="438480" tIns="219254" rIns="438480" bIns="2192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680974"/>
            <a:ext cx="39502080" cy="21724622"/>
          </a:xfrm>
          <a:prstGeom prst="rect">
            <a:avLst/>
          </a:prstGeom>
        </p:spPr>
        <p:txBody>
          <a:bodyPr vert="horz" lIns="438480" tIns="219254" rIns="438480" bIns="2192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94560" y="30510489"/>
            <a:ext cx="10241280" cy="1752600"/>
          </a:xfrm>
          <a:prstGeom prst="rect">
            <a:avLst/>
          </a:prstGeom>
        </p:spPr>
        <p:txBody>
          <a:bodyPr vert="horz" lIns="438480" tIns="219254" rIns="438480" bIns="219254" rtlCol="0" anchor="ctr"/>
          <a:lstStyle>
            <a:lvl1pPr algn="l">
              <a:defRPr sz="4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D25ADA-0F9C-4A5E-BCE2-A9BAA57ADF2D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96160" y="30510489"/>
            <a:ext cx="13898880" cy="1752600"/>
          </a:xfrm>
          <a:prstGeom prst="rect">
            <a:avLst/>
          </a:prstGeom>
        </p:spPr>
        <p:txBody>
          <a:bodyPr vert="horz" lIns="438480" tIns="219254" rIns="438480" bIns="219254" rtlCol="0" anchor="ctr"/>
          <a:lstStyle>
            <a:lvl1pPr algn="ctr">
              <a:defRPr sz="4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455360" y="30510489"/>
            <a:ext cx="10241280" cy="1752600"/>
          </a:xfrm>
          <a:prstGeom prst="rect">
            <a:avLst/>
          </a:prstGeom>
        </p:spPr>
        <p:txBody>
          <a:bodyPr vert="horz" lIns="438480" tIns="219254" rIns="438480" bIns="219254" rtlCol="0" anchor="ctr"/>
          <a:lstStyle>
            <a:lvl1pPr algn="r">
              <a:defRPr sz="4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3227E-3E36-4624-A612-84DBD12921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743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3759658" rtl="0" eaLnBrk="1" latinLnBrk="0" hangingPunct="1">
        <a:spcBef>
          <a:spcPct val="0"/>
        </a:spcBef>
        <a:buNone/>
        <a:defRPr sz="180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09866" indent="-1409866" algn="l" defTabSz="3759658" rtl="0" eaLnBrk="1" latinLnBrk="0" hangingPunct="1">
        <a:spcBef>
          <a:spcPct val="20000"/>
        </a:spcBef>
        <a:buFont typeface="Arial" panose="020B0604020202020204" pitchFamily="34" charset="0"/>
        <a:buChar char="•"/>
        <a:defRPr sz="13202" kern="1200">
          <a:solidFill>
            <a:schemeClr val="tx1"/>
          </a:solidFill>
          <a:latin typeface="+mn-lt"/>
          <a:ea typeface="+mn-ea"/>
          <a:cs typeface="+mn-cs"/>
        </a:defRPr>
      </a:lvl1pPr>
      <a:lvl2pPr marL="3054712" indent="-1174883" algn="l" defTabSz="3759658" rtl="0" eaLnBrk="1" latinLnBrk="0" hangingPunct="1">
        <a:spcBef>
          <a:spcPct val="20000"/>
        </a:spcBef>
        <a:buFont typeface="Arial" panose="020B0604020202020204" pitchFamily="34" charset="0"/>
        <a:buChar char="–"/>
        <a:defRPr sz="11489" kern="1200">
          <a:solidFill>
            <a:schemeClr val="tx1"/>
          </a:solidFill>
          <a:latin typeface="+mn-lt"/>
          <a:ea typeface="+mn-ea"/>
          <a:cs typeface="+mn-cs"/>
        </a:defRPr>
      </a:lvl2pPr>
      <a:lvl3pPr marL="4699563" indent="-939910" algn="l" defTabSz="3759658" rtl="0" eaLnBrk="1" latinLnBrk="0" hangingPunct="1">
        <a:spcBef>
          <a:spcPct val="20000"/>
        </a:spcBef>
        <a:buFont typeface="Arial" panose="020B0604020202020204" pitchFamily="34" charset="0"/>
        <a:buChar char="•"/>
        <a:defRPr sz="9858" kern="1200">
          <a:solidFill>
            <a:schemeClr val="tx1"/>
          </a:solidFill>
          <a:latin typeface="+mn-lt"/>
          <a:ea typeface="+mn-ea"/>
          <a:cs typeface="+mn-cs"/>
        </a:defRPr>
      </a:lvl3pPr>
      <a:lvl4pPr marL="6579387" indent="-939910" algn="l" defTabSz="3759658" rtl="0" eaLnBrk="1" latinLnBrk="0" hangingPunct="1">
        <a:spcBef>
          <a:spcPct val="20000"/>
        </a:spcBef>
        <a:buFont typeface="Arial" panose="020B0604020202020204" pitchFamily="34" charset="0"/>
        <a:buChar char="–"/>
        <a:defRPr sz="8228" kern="1200">
          <a:solidFill>
            <a:schemeClr val="tx1"/>
          </a:solidFill>
          <a:latin typeface="+mn-lt"/>
          <a:ea typeface="+mn-ea"/>
          <a:cs typeface="+mn-cs"/>
        </a:defRPr>
      </a:lvl4pPr>
      <a:lvl5pPr marL="8459216" indent="-939910" algn="l" defTabSz="3759658" rtl="0" eaLnBrk="1" latinLnBrk="0" hangingPunct="1">
        <a:spcBef>
          <a:spcPct val="20000"/>
        </a:spcBef>
        <a:buFont typeface="Arial" panose="020B0604020202020204" pitchFamily="34" charset="0"/>
        <a:buChar char="»"/>
        <a:defRPr sz="8228" kern="1200">
          <a:solidFill>
            <a:schemeClr val="tx1"/>
          </a:solidFill>
          <a:latin typeface="+mn-lt"/>
          <a:ea typeface="+mn-ea"/>
          <a:cs typeface="+mn-cs"/>
        </a:defRPr>
      </a:lvl5pPr>
      <a:lvl6pPr marL="10339045" indent="-939910" algn="l" defTabSz="3759658" rtl="0" eaLnBrk="1" latinLnBrk="0" hangingPunct="1">
        <a:spcBef>
          <a:spcPct val="20000"/>
        </a:spcBef>
        <a:buFont typeface="Arial" panose="020B0604020202020204" pitchFamily="34" charset="0"/>
        <a:buChar char="•"/>
        <a:defRPr sz="8228" kern="1200">
          <a:solidFill>
            <a:schemeClr val="tx1"/>
          </a:solidFill>
          <a:latin typeface="+mn-lt"/>
          <a:ea typeface="+mn-ea"/>
          <a:cs typeface="+mn-cs"/>
        </a:defRPr>
      </a:lvl6pPr>
      <a:lvl7pPr marL="12218875" indent="-939910" algn="l" defTabSz="3759658" rtl="0" eaLnBrk="1" latinLnBrk="0" hangingPunct="1">
        <a:spcBef>
          <a:spcPct val="20000"/>
        </a:spcBef>
        <a:buFont typeface="Arial" panose="020B0604020202020204" pitchFamily="34" charset="0"/>
        <a:buChar char="•"/>
        <a:defRPr sz="8228" kern="1200">
          <a:solidFill>
            <a:schemeClr val="tx1"/>
          </a:solidFill>
          <a:latin typeface="+mn-lt"/>
          <a:ea typeface="+mn-ea"/>
          <a:cs typeface="+mn-cs"/>
        </a:defRPr>
      </a:lvl7pPr>
      <a:lvl8pPr marL="14098693" indent="-939910" algn="l" defTabSz="3759658" rtl="0" eaLnBrk="1" latinLnBrk="0" hangingPunct="1">
        <a:spcBef>
          <a:spcPct val="20000"/>
        </a:spcBef>
        <a:buFont typeface="Arial" panose="020B0604020202020204" pitchFamily="34" charset="0"/>
        <a:buChar char="•"/>
        <a:defRPr sz="8228" kern="1200">
          <a:solidFill>
            <a:schemeClr val="tx1"/>
          </a:solidFill>
          <a:latin typeface="+mn-lt"/>
          <a:ea typeface="+mn-ea"/>
          <a:cs typeface="+mn-cs"/>
        </a:defRPr>
      </a:lvl8pPr>
      <a:lvl9pPr marL="15978512" indent="-939910" algn="l" defTabSz="3759658" rtl="0" eaLnBrk="1" latinLnBrk="0" hangingPunct="1">
        <a:spcBef>
          <a:spcPct val="20000"/>
        </a:spcBef>
        <a:buFont typeface="Arial" panose="020B0604020202020204" pitchFamily="34" charset="0"/>
        <a:buChar char="•"/>
        <a:defRPr sz="82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59658" rtl="0" eaLnBrk="1" latinLnBrk="0" hangingPunct="1">
        <a:defRPr sz="7374" kern="1200">
          <a:solidFill>
            <a:schemeClr val="tx1"/>
          </a:solidFill>
          <a:latin typeface="+mn-lt"/>
          <a:ea typeface="+mn-ea"/>
          <a:cs typeface="+mn-cs"/>
        </a:defRPr>
      </a:lvl1pPr>
      <a:lvl2pPr marL="1879829" algn="l" defTabSz="3759658" rtl="0" eaLnBrk="1" latinLnBrk="0" hangingPunct="1">
        <a:defRPr sz="7374" kern="1200">
          <a:solidFill>
            <a:schemeClr val="tx1"/>
          </a:solidFill>
          <a:latin typeface="+mn-lt"/>
          <a:ea typeface="+mn-ea"/>
          <a:cs typeface="+mn-cs"/>
        </a:defRPr>
      </a:lvl2pPr>
      <a:lvl3pPr marL="3759658" algn="l" defTabSz="3759658" rtl="0" eaLnBrk="1" latinLnBrk="0" hangingPunct="1">
        <a:defRPr sz="7374" kern="1200">
          <a:solidFill>
            <a:schemeClr val="tx1"/>
          </a:solidFill>
          <a:latin typeface="+mn-lt"/>
          <a:ea typeface="+mn-ea"/>
          <a:cs typeface="+mn-cs"/>
        </a:defRPr>
      </a:lvl3pPr>
      <a:lvl4pPr marL="5639488" algn="l" defTabSz="3759658" rtl="0" eaLnBrk="1" latinLnBrk="0" hangingPunct="1">
        <a:defRPr sz="7374" kern="1200">
          <a:solidFill>
            <a:schemeClr val="tx1"/>
          </a:solidFill>
          <a:latin typeface="+mn-lt"/>
          <a:ea typeface="+mn-ea"/>
          <a:cs typeface="+mn-cs"/>
        </a:defRPr>
      </a:lvl4pPr>
      <a:lvl5pPr marL="7519307" algn="l" defTabSz="3759658" rtl="0" eaLnBrk="1" latinLnBrk="0" hangingPunct="1">
        <a:defRPr sz="7374" kern="1200">
          <a:solidFill>
            <a:schemeClr val="tx1"/>
          </a:solidFill>
          <a:latin typeface="+mn-lt"/>
          <a:ea typeface="+mn-ea"/>
          <a:cs typeface="+mn-cs"/>
        </a:defRPr>
      </a:lvl5pPr>
      <a:lvl6pPr marL="9399125" algn="l" defTabSz="3759658" rtl="0" eaLnBrk="1" latinLnBrk="0" hangingPunct="1">
        <a:defRPr sz="7374" kern="1200">
          <a:solidFill>
            <a:schemeClr val="tx1"/>
          </a:solidFill>
          <a:latin typeface="+mn-lt"/>
          <a:ea typeface="+mn-ea"/>
          <a:cs typeface="+mn-cs"/>
        </a:defRPr>
      </a:lvl6pPr>
      <a:lvl7pPr marL="11278945" algn="l" defTabSz="3759658" rtl="0" eaLnBrk="1" latinLnBrk="0" hangingPunct="1">
        <a:defRPr sz="7374" kern="1200">
          <a:solidFill>
            <a:schemeClr val="tx1"/>
          </a:solidFill>
          <a:latin typeface="+mn-lt"/>
          <a:ea typeface="+mn-ea"/>
          <a:cs typeface="+mn-cs"/>
        </a:defRPr>
      </a:lvl7pPr>
      <a:lvl8pPr marL="13158773" algn="l" defTabSz="3759658" rtl="0" eaLnBrk="1" latinLnBrk="0" hangingPunct="1">
        <a:defRPr sz="7374" kern="1200">
          <a:solidFill>
            <a:schemeClr val="tx1"/>
          </a:solidFill>
          <a:latin typeface="+mn-lt"/>
          <a:ea typeface="+mn-ea"/>
          <a:cs typeface="+mn-cs"/>
        </a:defRPr>
      </a:lvl8pPr>
      <a:lvl9pPr marL="15038603" algn="l" defTabSz="3759658" rtl="0" eaLnBrk="1" latinLnBrk="0" hangingPunct="1">
        <a:defRPr sz="737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4.jpeg"/><Relationship Id="rId12" Type="http://schemas.openxmlformats.org/officeDocument/2006/relationships/image" Target="../media/image9.pn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6" Type="http://schemas.openxmlformats.org/officeDocument/2006/relationships/hyperlink" Target="https://www.google.com/imgres?q=data%20collection%20icon&amp;imgurl=https%3A%2F%2Fstatic.thenounproject.com%2Fpng%2F2475086-200.png&amp;imgrefurl=https%3A%2F%2Fthenounproject.com%2Fbrowse%2Ficons%2Fterm%2Fdata-collection%2F&amp;docid=koHHx3z52E3w8M&amp;tbnid=nUi5I5desy4BGM&amp;vet=12ahUKEwj087nVruWOAxXWlYkEHXlkHsgQM3oECBUQAA..i&amp;w=200&amp;h=200&amp;hcb=2&amp;ved=2ahUKEwj087nVruWOAxXWlYkEHXlkHsgQM3oECBUQAA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microsoft.com/office/2007/relationships/hdphoto" Target="../media/hdphoto1.wdp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Rectangle: Top Corners Rounded 1062">
            <a:extLst>
              <a:ext uri="{FF2B5EF4-FFF2-40B4-BE49-F238E27FC236}">
                <a16:creationId xmlns:a16="http://schemas.microsoft.com/office/drawing/2014/main" id="{65F07457-8AA3-C5A9-59D5-7057ED341D8C}"/>
              </a:ext>
            </a:extLst>
          </p:cNvPr>
          <p:cNvSpPr/>
          <p:nvPr/>
        </p:nvSpPr>
        <p:spPr>
          <a:xfrm rot="10800000">
            <a:off x="640079" y="13639676"/>
            <a:ext cx="17215679" cy="4613294"/>
          </a:xfrm>
          <a:prstGeom prst="round2SameRect">
            <a:avLst>
              <a:gd name="adj1" fmla="val 1044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571500" dir="2700000" algn="ctr" rotWithShape="0">
              <a:srgbClr val="000000">
                <a:alpha val="60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 146"/>
          <p:cNvSpPr/>
          <p:nvPr/>
        </p:nvSpPr>
        <p:spPr>
          <a:xfrm>
            <a:off x="0" y="1"/>
            <a:ext cx="43891200" cy="2899926"/>
          </a:xfrm>
          <a:prstGeom prst="rect">
            <a:avLst/>
          </a:prstGeom>
          <a:gradFill flip="none" rotWithShape="1">
            <a:gsLst>
              <a:gs pos="0">
                <a:srgbClr val="7BAFD4">
                  <a:tint val="66000"/>
                  <a:satMod val="160000"/>
                </a:srgbClr>
              </a:gs>
              <a:gs pos="50000">
                <a:srgbClr val="7BAFD4">
                  <a:tint val="44500"/>
                  <a:satMod val="160000"/>
                </a:srgbClr>
              </a:gs>
              <a:gs pos="100000">
                <a:srgbClr val="7BAFD4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126"/>
          </a:p>
        </p:txBody>
      </p:sp>
      <p:sp>
        <p:nvSpPr>
          <p:cNvPr id="6" name="Rectangle 5"/>
          <p:cNvSpPr/>
          <p:nvPr/>
        </p:nvSpPr>
        <p:spPr>
          <a:xfrm>
            <a:off x="2809407" y="63278"/>
            <a:ext cx="3827238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chemeClr val="accent1">
                    <a:lumMod val="50000"/>
                  </a:schemeClr>
                </a:solidFill>
                <a:latin typeface="Lucida Sans" panose="020B0602030504020204" pitchFamily="34" charset="0"/>
                <a:cs typeface="Arial" panose="020B0604020202020204" pitchFamily="34" charset="0"/>
              </a:rPr>
              <a:t>Teaching Reproducibility in Undergraduate Biostatistics: </a:t>
            </a:r>
          </a:p>
          <a:p>
            <a:pPr algn="ctr"/>
            <a:r>
              <a:rPr lang="en-US" sz="5400" b="1" dirty="0">
                <a:solidFill>
                  <a:schemeClr val="accent1">
                    <a:lumMod val="50000"/>
                  </a:schemeClr>
                </a:solidFill>
                <a:latin typeface="Lucida Sans" panose="020B0602030504020204" pitchFamily="34" charset="0"/>
                <a:cs typeface="Arial" panose="020B0604020202020204" pitchFamily="34" charset="0"/>
              </a:rPr>
              <a:t>Insights from Coral Reef Community Structure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2987" y="1736929"/>
            <a:ext cx="37952198" cy="1617964"/>
          </a:xfrm>
          <a:prstGeom prst="rect">
            <a:avLst/>
          </a:prstGeom>
          <a:noFill/>
        </p:spPr>
        <p:txBody>
          <a:bodyPr wrap="square" lIns="78326" tIns="39158" rIns="78326" bIns="39158" rtlCol="0">
            <a:spAutoFit/>
          </a:bodyPr>
          <a:lstStyle/>
          <a:p>
            <a:pPr algn="ctr">
              <a:defRPr/>
            </a:pP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Lucida Sans" panose="020B0602030504020204" pitchFamily="34" charset="0"/>
                <a:cs typeface="Arial" panose="020B0604020202020204" pitchFamily="34" charset="0"/>
              </a:rPr>
              <a:t>Jonah Prober</a:t>
            </a:r>
            <a:r>
              <a:rPr lang="en-US" sz="4000" baseline="30000" dirty="0">
                <a:solidFill>
                  <a:schemeClr val="accent1">
                    <a:lumMod val="50000"/>
                  </a:schemeClr>
                </a:solidFill>
                <a:latin typeface="Lucida Sans" panose="020B0602030504020204" pitchFamily="34" charset="0"/>
                <a:cs typeface="Arial" panose="020B0604020202020204" pitchFamily="34" charset="0"/>
              </a:rPr>
              <a:t>1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Lucida Sans" panose="020B0602030504020204" pitchFamily="34" charset="0"/>
                <a:cs typeface="Arial" panose="020B0604020202020204" pitchFamily="34" charset="0"/>
              </a:rPr>
              <a:t>, Kara McCormack, PhD</a:t>
            </a:r>
            <a:r>
              <a:rPr lang="en-US" sz="4000" baseline="30000" dirty="0">
                <a:solidFill>
                  <a:schemeClr val="accent1">
                    <a:lumMod val="50000"/>
                  </a:schemeClr>
                </a:solidFill>
                <a:latin typeface="Lucida Sans" panose="020B0602030504020204" pitchFamily="34" charset="0"/>
                <a:cs typeface="Arial" panose="020B0604020202020204" pitchFamily="34" charset="0"/>
              </a:rPr>
              <a:t>1</a:t>
            </a:r>
          </a:p>
          <a:p>
            <a:pPr algn="ctr">
              <a:defRPr/>
            </a:pPr>
            <a:r>
              <a:rPr lang="en-US" sz="3200" baseline="300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Department of Biostatistics, University of North Carolina at Chapel Hill</a:t>
            </a:r>
            <a:br>
              <a:rPr lang="en-US" sz="2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8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32074518" y="29343096"/>
            <a:ext cx="9007271" cy="2545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86" b="1" dirty="0">
                <a:solidFill>
                  <a:schemeClr val="accent1">
                    <a:lumMod val="50000"/>
                  </a:schemeClr>
                </a:solidFill>
                <a:latin typeface="Lucida Sans" panose="020B0602030504020204" pitchFamily="34" charset="0"/>
                <a:cs typeface="Arial" panose="020B0604020202020204" pitchFamily="34" charset="0"/>
              </a:rPr>
              <a:t>Further information</a:t>
            </a:r>
          </a:p>
          <a:p>
            <a:r>
              <a:rPr lang="en-US" sz="2057" dirty="0">
                <a:latin typeface="Arial" panose="020B0604020202020204" pitchFamily="34" charset="0"/>
                <a:cs typeface="Arial" panose="020B0604020202020204" pitchFamily="34" charset="0"/>
              </a:rPr>
              <a:t>Please address questions or comments to Jonah Prober at jpro@unc.edu</a:t>
            </a:r>
            <a:r>
              <a:rPr lang="en-US" sz="2057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057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086" b="1" dirty="0">
                <a:solidFill>
                  <a:schemeClr val="accent1">
                    <a:lumMod val="50000"/>
                  </a:schemeClr>
                </a:solidFill>
                <a:latin typeface="Lucida Sans" panose="020B0602030504020204" pitchFamily="34" charset="0"/>
                <a:cs typeface="Arial" panose="020B0604020202020204" pitchFamily="34" charset="0"/>
              </a:rPr>
              <a:t>Funding</a:t>
            </a:r>
            <a:endParaRPr lang="en-US" sz="205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57" dirty="0">
                <a:latin typeface="Arial" panose="020B0604020202020204" pitchFamily="34" charset="0"/>
                <a:cs typeface="Arial" panose="020B0604020202020204" pitchFamily="34" charset="0"/>
              </a:rPr>
              <a:t>This work was supported by the UNC Biostatistics department as part of the Biostatistics Undergraduate Statistics Internship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34321" y="29343259"/>
            <a:ext cx="25776723" cy="3574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86" b="1" dirty="0">
                <a:solidFill>
                  <a:schemeClr val="accent1">
                    <a:lumMod val="50000"/>
                  </a:schemeClr>
                </a:solidFill>
                <a:latin typeface="Lucida Sans" panose="020B0602030504020204" pitchFamily="34" charset="0"/>
                <a:cs typeface="Arial" panose="020B0604020202020204" pitchFamily="34" charset="0"/>
              </a:rPr>
              <a:t>Literature cited</a:t>
            </a:r>
          </a:p>
          <a:p>
            <a:pPr marL="457200" indent="-457200">
              <a:buAutoNum type="arabicPeriod"/>
            </a:pPr>
            <a:r>
              <a:rPr lang="en-US" sz="2000" dirty="0"/>
              <a:t>Bove CB, Davies SW, Ries JB, et al. Global change differentially modulates Caribbean coral physiology. </a:t>
            </a:r>
            <a:r>
              <a:rPr lang="en-US" sz="2000" i="1" dirty="0"/>
              <a:t>PLOS ONE</a:t>
            </a:r>
            <a:r>
              <a:rPr lang="en-US" sz="2000" dirty="0"/>
              <a:t>. 2022;17(9):e0273897. doi:10.1371/journal.pone.0273897</a:t>
            </a:r>
          </a:p>
          <a:p>
            <a:pPr marL="457200" indent="-457200">
              <a:buAutoNum type="arabicPeriod"/>
            </a:pPr>
            <a:r>
              <a:rPr lang="en-US" sz="2000" dirty="0"/>
              <a:t>López-Nicolás R, </a:t>
            </a:r>
            <a:r>
              <a:rPr lang="en-US" sz="2000" dirty="0" err="1"/>
              <a:t>Lakens</a:t>
            </a:r>
            <a:r>
              <a:rPr lang="en-US" sz="2000" dirty="0"/>
              <a:t> D, López-López JA, et al. Reproducibility of Published Meta-Analyses on Clinical-Psychological Interventions. Advances in Methods and Practices in Psychological Science. 2024;7(1):25152459231202929. doi:10.1177/25152459231202929</a:t>
            </a:r>
          </a:p>
          <a:p>
            <a:pPr marL="457200" indent="-457200">
              <a:buAutoNum type="arabicPeriod"/>
            </a:pPr>
            <a:r>
              <a:rPr lang="en-US" sz="2000" dirty="0" err="1"/>
              <a:t>Dogucu</a:t>
            </a:r>
            <a:r>
              <a:rPr lang="en-US" sz="2000" dirty="0"/>
              <a:t> M, and Çetinkaya-Rundel M. Tools and Recommendations for Reproducible Teaching. </a:t>
            </a:r>
            <a:r>
              <a:rPr lang="en-US" sz="2000" i="1" dirty="0"/>
              <a:t>Journal of Statistics and Data Science Education</a:t>
            </a:r>
            <a:r>
              <a:rPr lang="en-US" sz="2000" dirty="0"/>
              <a:t>. 2022;30(3):251-260. doi:10.1080/26939169.2022.2138645</a:t>
            </a:r>
          </a:p>
          <a:p>
            <a:pPr marL="457200" indent="-457200">
              <a:buAutoNum type="arabicPeriod"/>
            </a:pPr>
            <a:r>
              <a:rPr lang="en-US" sz="2000" dirty="0" err="1"/>
              <a:t>Cokelaer</a:t>
            </a:r>
            <a:r>
              <a:rPr lang="en-US" sz="2000" dirty="0"/>
              <a:t> T, Cohen-</a:t>
            </a:r>
            <a:r>
              <a:rPr lang="en-US" sz="2000" dirty="0" err="1"/>
              <a:t>Boulakia</a:t>
            </a:r>
            <a:r>
              <a:rPr lang="en-US" sz="2000" dirty="0"/>
              <a:t> S, Lemoine F. </a:t>
            </a:r>
            <a:r>
              <a:rPr lang="en-US" sz="2000" dirty="0" err="1"/>
              <a:t>Reprohackathons</a:t>
            </a:r>
            <a:r>
              <a:rPr lang="en-US" sz="2000" dirty="0"/>
              <a:t>: promoting reproducibility in bioinformatics through training. </a:t>
            </a:r>
            <a:r>
              <a:rPr lang="en-US" sz="2000" i="1" dirty="0"/>
              <a:t>Bioinformatics</a:t>
            </a:r>
            <a:r>
              <a:rPr lang="en-US" sz="2000" dirty="0"/>
              <a:t>. 2023;39(Supplement_1):i11-i20. doi:10.1093/bioinformatics/btad227</a:t>
            </a:r>
          </a:p>
          <a:p>
            <a:pPr marL="457200" indent="-457200">
              <a:buAutoNum type="arabicPeriod"/>
            </a:pPr>
            <a:r>
              <a:rPr lang="en-US" sz="2000" dirty="0"/>
              <a:t>Wagner D, Heider D, Hattab G. Mushroom data creation, curation, and simulation to support classification tasks. </a:t>
            </a:r>
            <a:r>
              <a:rPr lang="en-US" sz="2000" i="1" dirty="0"/>
              <a:t>Sci Rep</a:t>
            </a:r>
            <a:r>
              <a:rPr lang="en-US" sz="2000" dirty="0"/>
              <a:t>. 2021;11(1):8134. doi:10.1038/s41598-021-87602-3</a:t>
            </a:r>
          </a:p>
          <a:p>
            <a:pPr marL="457200" indent="-457200">
              <a:buAutoNum type="arabicPeriod"/>
            </a:pPr>
            <a:endParaRPr lang="en-US" sz="2000" dirty="0"/>
          </a:p>
          <a:p>
            <a:pPr marL="457200" indent="-457200">
              <a:buAutoNum type="arabicPeriod"/>
            </a:pPr>
            <a:endParaRPr lang="en-US" sz="2000" dirty="0"/>
          </a:p>
          <a:p>
            <a:pPr marL="457200" indent="-457200">
              <a:buAutoNum type="arabicPeriod"/>
            </a:pPr>
            <a:endParaRPr lang="en-US" sz="2000" dirty="0"/>
          </a:p>
        </p:txBody>
      </p:sp>
      <p:sp>
        <p:nvSpPr>
          <p:cNvPr id="150" name="Rectangle 149"/>
          <p:cNvSpPr/>
          <p:nvPr/>
        </p:nvSpPr>
        <p:spPr>
          <a:xfrm>
            <a:off x="0" y="2890157"/>
            <a:ext cx="43891199" cy="59373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126"/>
          </a:p>
        </p:txBody>
      </p:sp>
      <p:sp>
        <p:nvSpPr>
          <p:cNvPr id="151" name="TextBox 150"/>
          <p:cNvSpPr txBox="1"/>
          <p:nvPr/>
        </p:nvSpPr>
        <p:spPr>
          <a:xfrm>
            <a:off x="3231087" y="2851771"/>
            <a:ext cx="38155203" cy="1066852"/>
          </a:xfrm>
          <a:prstGeom prst="rect">
            <a:avLst/>
          </a:prstGeom>
          <a:noFill/>
        </p:spPr>
        <p:txBody>
          <a:bodyPr wrap="square" lIns="78326" tIns="39158" rIns="78326" bIns="39158" rtlCol="0">
            <a:spAutoFit/>
          </a:bodyPr>
          <a:lstStyle/>
          <a:p>
            <a:pPr algn="ctr">
              <a:defRPr/>
            </a:pPr>
            <a:r>
              <a:rPr lang="en-US" sz="3678" spc="1712" dirty="0">
                <a:solidFill>
                  <a:schemeClr val="bg1"/>
                </a:solidFill>
                <a:latin typeface="Lucida Sans" panose="020B0602030504020204" pitchFamily="34" charset="0"/>
                <a:cs typeface="Arial" panose="020B0604020202020204" pitchFamily="34" charset="0"/>
              </a:rPr>
              <a:t>GILLINGS SCHOOL OF PUBLIC HEALTH</a:t>
            </a:r>
            <a:br>
              <a:rPr lang="en-US" sz="2741" spc="1712" dirty="0">
                <a:latin typeface="Engravers MT" panose="02090707080505020304" pitchFamily="18" charset="0"/>
                <a:cs typeface="Arial" panose="020B0604020202020204" pitchFamily="34" charset="0"/>
              </a:rPr>
            </a:br>
            <a:endParaRPr lang="en-US" sz="2741" spc="1712" dirty="0">
              <a:latin typeface="Engravers MT" panose="02090707080505020304" pitchFamily="18" charset="0"/>
              <a:cs typeface="Arial" panose="020B0604020202020204" pitchFamily="34" charset="0"/>
            </a:endParaRPr>
          </a:p>
        </p:txBody>
      </p:sp>
      <p:cxnSp>
        <p:nvCxnSpPr>
          <p:cNvPr id="173" name="Straight Connector 172"/>
          <p:cNvCxnSpPr>
            <a:cxnSpLocks/>
          </p:cNvCxnSpPr>
          <p:nvPr/>
        </p:nvCxnSpPr>
        <p:spPr>
          <a:xfrm flipH="1">
            <a:off x="1034321" y="29413200"/>
            <a:ext cx="41374021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Logo&#10;&#10;Description automatically generated">
            <a:extLst>
              <a:ext uri="{FF2B5EF4-FFF2-40B4-BE49-F238E27FC236}">
                <a16:creationId xmlns:a16="http://schemas.microsoft.com/office/drawing/2014/main" id="{2FE4FBAE-7D86-9ED3-077C-5312F6AE4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23946" y="283664"/>
            <a:ext cx="2236124" cy="236972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077398E-8764-4F3D-83B9-CFF3891F2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colorTemperature colorTemp="53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652160"/>
            <a:ext cx="5569669" cy="1534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ectangle: Top Corners Rounded 48">
            <a:extLst>
              <a:ext uri="{FF2B5EF4-FFF2-40B4-BE49-F238E27FC236}">
                <a16:creationId xmlns:a16="http://schemas.microsoft.com/office/drawing/2014/main" id="{CAB2B0D7-83E6-B0D2-DB48-79EA65EB0761}"/>
              </a:ext>
            </a:extLst>
          </p:cNvPr>
          <p:cNvSpPr/>
          <p:nvPr/>
        </p:nvSpPr>
        <p:spPr>
          <a:xfrm rot="10800000">
            <a:off x="640080" y="3885706"/>
            <a:ext cx="17215677" cy="9197228"/>
          </a:xfrm>
          <a:prstGeom prst="round2SameRect">
            <a:avLst>
              <a:gd name="adj1" fmla="val 4659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571500" dir="2700000" algn="ctr" rotWithShape="0">
              <a:srgbClr val="000000">
                <a:alpha val="60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7C10C2B-1ED9-7509-5F38-A460760E7A94}"/>
              </a:ext>
            </a:extLst>
          </p:cNvPr>
          <p:cNvSpPr/>
          <p:nvPr/>
        </p:nvSpPr>
        <p:spPr>
          <a:xfrm>
            <a:off x="646945" y="3644914"/>
            <a:ext cx="17215678" cy="87967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4000" dirty="0">
                <a:latin typeface="Lucida Sans" panose="020B0602030504020204" pitchFamily="34" charset="0"/>
              </a:rPr>
              <a:t>      </a:t>
            </a:r>
            <a:r>
              <a:rPr lang="en-US" sz="5400" dirty="0">
                <a:latin typeface="Lucida Sans" panose="020B0602030504020204" pitchFamily="34" charset="0"/>
              </a:rPr>
              <a:t>Introduction</a:t>
            </a:r>
          </a:p>
        </p:txBody>
      </p:sp>
      <p:sp>
        <p:nvSpPr>
          <p:cNvPr id="64" name="Action Button: Go to Beginning 6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3270CDF8-0D52-3BBE-927A-8E4EF6635901}"/>
              </a:ext>
            </a:extLst>
          </p:cNvPr>
          <p:cNvSpPr/>
          <p:nvPr/>
        </p:nvSpPr>
        <p:spPr>
          <a:xfrm>
            <a:off x="832747" y="3778178"/>
            <a:ext cx="739590" cy="606033"/>
          </a:xfrm>
          <a:prstGeom prst="actionButtonBeginning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: Top Corners Rounded 51">
            <a:extLst>
              <a:ext uri="{FF2B5EF4-FFF2-40B4-BE49-F238E27FC236}">
                <a16:creationId xmlns:a16="http://schemas.microsoft.com/office/drawing/2014/main" id="{7AB8F8BF-D81F-F26A-B61C-65F7BFED9D84}"/>
              </a:ext>
            </a:extLst>
          </p:cNvPr>
          <p:cNvSpPr/>
          <p:nvPr/>
        </p:nvSpPr>
        <p:spPr>
          <a:xfrm rot="10800000">
            <a:off x="640079" y="18820719"/>
            <a:ext cx="17215679" cy="10043026"/>
          </a:xfrm>
          <a:prstGeom prst="round2SameRect">
            <a:avLst>
              <a:gd name="adj1" fmla="val 4659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571500" dir="2700000" algn="ctr" rotWithShape="0">
              <a:srgbClr val="000000">
                <a:alpha val="60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A0343AF-AD1F-9FAA-C8E8-75A582B45740}"/>
              </a:ext>
            </a:extLst>
          </p:cNvPr>
          <p:cNvSpPr/>
          <p:nvPr/>
        </p:nvSpPr>
        <p:spPr>
          <a:xfrm>
            <a:off x="640080" y="18813708"/>
            <a:ext cx="17215677" cy="87782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4000" dirty="0">
                <a:latin typeface="Lucida Sans" panose="020B0602030504020204" pitchFamily="34" charset="0"/>
              </a:rPr>
              <a:t>      </a:t>
            </a:r>
            <a:r>
              <a:rPr lang="en-US" sz="5400" dirty="0">
                <a:latin typeface="Lucida Sans" panose="020B0602030504020204" pitchFamily="34" charset="0"/>
              </a:rPr>
              <a:t>Methods</a:t>
            </a:r>
          </a:p>
        </p:txBody>
      </p:sp>
      <p:sp>
        <p:nvSpPr>
          <p:cNvPr id="65" name="Action Button: Go to Beginning 64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6EFE43D3-C971-DE0A-2F75-CA61D86EF02D}"/>
              </a:ext>
            </a:extLst>
          </p:cNvPr>
          <p:cNvSpPr/>
          <p:nvPr/>
        </p:nvSpPr>
        <p:spPr>
          <a:xfrm>
            <a:off x="841248" y="18969957"/>
            <a:ext cx="666884" cy="606033"/>
          </a:xfrm>
          <a:prstGeom prst="actionButtonBeginning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: Top Corners Rounded 60">
            <a:extLst>
              <a:ext uri="{FF2B5EF4-FFF2-40B4-BE49-F238E27FC236}">
                <a16:creationId xmlns:a16="http://schemas.microsoft.com/office/drawing/2014/main" id="{21E03641-5D6A-313B-913A-901C71E1D8CD}"/>
              </a:ext>
            </a:extLst>
          </p:cNvPr>
          <p:cNvSpPr/>
          <p:nvPr/>
        </p:nvSpPr>
        <p:spPr>
          <a:xfrm rot="10800000">
            <a:off x="31858785" y="19349007"/>
            <a:ext cx="11301285" cy="9514737"/>
          </a:xfrm>
          <a:prstGeom prst="round2SameRect">
            <a:avLst>
              <a:gd name="adj1" fmla="val 4659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571500" dir="2700000" algn="ctr" rotWithShape="0">
              <a:srgbClr val="000000">
                <a:alpha val="60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747A1D1-39F7-2BD5-35B9-4138A5750F1C}"/>
              </a:ext>
            </a:extLst>
          </p:cNvPr>
          <p:cNvSpPr/>
          <p:nvPr/>
        </p:nvSpPr>
        <p:spPr>
          <a:xfrm>
            <a:off x="31851603" y="19349008"/>
            <a:ext cx="11308467" cy="87782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      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Conclusions and Next Steps</a:t>
            </a:r>
            <a:endParaRPr lang="en-US" sz="5400" dirty="0"/>
          </a:p>
        </p:txBody>
      </p:sp>
      <p:sp>
        <p:nvSpPr>
          <p:cNvPr id="58" name="Rectangle: Top Corners Rounded 57">
            <a:extLst>
              <a:ext uri="{FF2B5EF4-FFF2-40B4-BE49-F238E27FC236}">
                <a16:creationId xmlns:a16="http://schemas.microsoft.com/office/drawing/2014/main" id="{3A0AA415-7031-E66D-4FC0-C6570C830790}"/>
              </a:ext>
            </a:extLst>
          </p:cNvPr>
          <p:cNvSpPr/>
          <p:nvPr/>
        </p:nvSpPr>
        <p:spPr>
          <a:xfrm rot="10800000">
            <a:off x="18544032" y="21198127"/>
            <a:ext cx="12728448" cy="7665619"/>
          </a:xfrm>
          <a:prstGeom prst="round2SameRect">
            <a:avLst>
              <a:gd name="adj1" fmla="val 4659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571500" dir="2700000" algn="ctr" rotWithShape="0">
              <a:srgbClr val="000000">
                <a:alpha val="60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B253403-7B8A-D691-9AD3-8B046E636113}"/>
              </a:ext>
            </a:extLst>
          </p:cNvPr>
          <p:cNvSpPr/>
          <p:nvPr/>
        </p:nvSpPr>
        <p:spPr>
          <a:xfrm>
            <a:off x="18544032" y="21198119"/>
            <a:ext cx="12726990" cy="87782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      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Discussion</a:t>
            </a:r>
            <a:endParaRPr lang="en-US" sz="5400" dirty="0"/>
          </a:p>
        </p:txBody>
      </p:sp>
      <p:sp>
        <p:nvSpPr>
          <p:cNvPr id="77" name="Action Button: Go to Beginning 76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37630B02-383A-9AC0-CE94-C51518EB5789}"/>
              </a:ext>
            </a:extLst>
          </p:cNvPr>
          <p:cNvSpPr/>
          <p:nvPr/>
        </p:nvSpPr>
        <p:spPr>
          <a:xfrm>
            <a:off x="32141160" y="19476720"/>
            <a:ext cx="625895" cy="606033"/>
          </a:xfrm>
          <a:prstGeom prst="actionButtonBeginning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662C199-B2BE-B982-900F-4A899AEF2150}"/>
              </a:ext>
            </a:extLst>
          </p:cNvPr>
          <p:cNvSpPr txBox="1"/>
          <p:nvPr/>
        </p:nvSpPr>
        <p:spPr>
          <a:xfrm flipH="1">
            <a:off x="613771" y="4480418"/>
            <a:ext cx="1720443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Lucida Sans" panose="020B0602030504020204" pitchFamily="34" charset="0"/>
              </a:rPr>
              <a:t>Objective: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Lucida Sans" panose="020B0602030504020204" pitchFamily="34" charset="0"/>
              </a:rPr>
              <a:t>To reproduce the figures and results of a published coral reef community structure analysis [1]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Lucida Sans" panose="020B0602030504020204" pitchFamily="34" charset="0"/>
              </a:rPr>
              <a:t>To use the reproducibility challenges encountered to inform the design of lab exercises for an early biostatistics course, guiding students in creating and replicating reproducible research</a:t>
            </a:r>
          </a:p>
        </p:txBody>
      </p:sp>
      <p:sp>
        <p:nvSpPr>
          <p:cNvPr id="55" name="Rectangle: Top Corners Rounded 54">
            <a:extLst>
              <a:ext uri="{FF2B5EF4-FFF2-40B4-BE49-F238E27FC236}">
                <a16:creationId xmlns:a16="http://schemas.microsoft.com/office/drawing/2014/main" id="{DD1E9B0B-3B20-B607-3D24-05DF298A4822}"/>
              </a:ext>
            </a:extLst>
          </p:cNvPr>
          <p:cNvSpPr/>
          <p:nvPr/>
        </p:nvSpPr>
        <p:spPr>
          <a:xfrm rot="10800000">
            <a:off x="18546947" y="3639312"/>
            <a:ext cx="12726989" cy="17041385"/>
          </a:xfrm>
          <a:prstGeom prst="round2SameRect">
            <a:avLst>
              <a:gd name="adj1" fmla="val 4659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571500" dir="2700000" algn="tl" rotWithShape="0">
              <a:prstClr val="black">
                <a:alpha val="6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D3416B8-CDAB-06AF-9A83-A9BF33045F87}"/>
              </a:ext>
            </a:extLst>
          </p:cNvPr>
          <p:cNvSpPr/>
          <p:nvPr/>
        </p:nvSpPr>
        <p:spPr>
          <a:xfrm>
            <a:off x="18544031" y="3642877"/>
            <a:ext cx="12743636" cy="87967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4000" dirty="0">
                <a:latin typeface="Lucida Sans" panose="020B0602030504020204" pitchFamily="34" charset="0"/>
              </a:rPr>
              <a:t>      </a:t>
            </a:r>
            <a:r>
              <a:rPr lang="en-US" sz="5400" dirty="0">
                <a:latin typeface="Lucida Sans" panose="020B0602030504020204" pitchFamily="34" charset="0"/>
              </a:rPr>
              <a:t>Results (Reproducibility)</a:t>
            </a:r>
          </a:p>
        </p:txBody>
      </p:sp>
      <p:sp>
        <p:nvSpPr>
          <p:cNvPr id="68" name="Action Button: Go to Beginning 67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1EEE21C-BFDA-D1BB-CF0A-7071CAB7ED2E}"/>
              </a:ext>
            </a:extLst>
          </p:cNvPr>
          <p:cNvSpPr/>
          <p:nvPr/>
        </p:nvSpPr>
        <p:spPr>
          <a:xfrm>
            <a:off x="18733085" y="3778178"/>
            <a:ext cx="618899" cy="606033"/>
          </a:xfrm>
          <a:prstGeom prst="actionButtonBeginning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D235BBEE-C8E5-7AC0-A2E9-F8135084FA19}"/>
              </a:ext>
            </a:extLst>
          </p:cNvPr>
          <p:cNvSpPr txBox="1"/>
          <p:nvPr/>
        </p:nvSpPr>
        <p:spPr>
          <a:xfrm>
            <a:off x="19176778" y="4522552"/>
            <a:ext cx="10381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Lucida Sans" panose="020B0602030504020204" pitchFamily="34" charset="0"/>
              </a:rPr>
              <a:t>1. Figure Generation Overview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EB00D53-209D-E5E4-8087-B4063080BBEE}"/>
              </a:ext>
            </a:extLst>
          </p:cNvPr>
          <p:cNvSpPr txBox="1"/>
          <p:nvPr/>
        </p:nvSpPr>
        <p:spPr>
          <a:xfrm>
            <a:off x="19151378" y="11714358"/>
            <a:ext cx="11016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Lucida Sans" panose="020B0602030504020204" pitchFamily="34" charset="0"/>
              </a:rPr>
              <a:t>2. Reproducibility Challenges by Code Chunk</a:t>
            </a:r>
          </a:p>
        </p:txBody>
      </p:sp>
      <p:sp>
        <p:nvSpPr>
          <p:cNvPr id="124" name="Action Button: Go Back or Previous 12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76E1DC1-BA20-B554-69F9-095F20B67233}"/>
              </a:ext>
            </a:extLst>
          </p:cNvPr>
          <p:cNvSpPr/>
          <p:nvPr/>
        </p:nvSpPr>
        <p:spPr>
          <a:xfrm>
            <a:off x="18659961" y="11779634"/>
            <a:ext cx="521020" cy="501819"/>
          </a:xfrm>
          <a:prstGeom prst="actionButtonBackPreviou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D46AC6EE-A461-32F4-94A9-773662EF5E59}"/>
              </a:ext>
            </a:extLst>
          </p:cNvPr>
          <p:cNvSpPr txBox="1"/>
          <p:nvPr/>
        </p:nvSpPr>
        <p:spPr>
          <a:xfrm>
            <a:off x="19042534" y="10760251"/>
            <a:ext cx="113596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Lucida Sans" panose="020B0602030504020204" pitchFamily="34" charset="0"/>
              </a:rPr>
              <a:t>1. Displays the counts of figures by the necessary changes to reproduce them (upon cold run of code)</a:t>
            </a:r>
          </a:p>
        </p:txBody>
      </p:sp>
      <p:sp>
        <p:nvSpPr>
          <p:cNvPr id="157" name="Rectangle: Top Corners Rounded 156">
            <a:extLst>
              <a:ext uri="{FF2B5EF4-FFF2-40B4-BE49-F238E27FC236}">
                <a16:creationId xmlns:a16="http://schemas.microsoft.com/office/drawing/2014/main" id="{6497B29D-878A-155E-ADEB-8A5B9F075BF2}"/>
              </a:ext>
            </a:extLst>
          </p:cNvPr>
          <p:cNvSpPr/>
          <p:nvPr/>
        </p:nvSpPr>
        <p:spPr>
          <a:xfrm rot="10800000">
            <a:off x="31900778" y="3819081"/>
            <a:ext cx="11157675" cy="14950557"/>
          </a:xfrm>
          <a:prstGeom prst="round2SameRect">
            <a:avLst>
              <a:gd name="adj1" fmla="val 4659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571500" dir="2700000" algn="ctr" rotWithShape="0">
              <a:srgbClr val="000000">
                <a:alpha val="60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67B7BB86-4B6E-4D52-C748-9D8B688A0A00}"/>
              </a:ext>
            </a:extLst>
          </p:cNvPr>
          <p:cNvSpPr/>
          <p:nvPr/>
        </p:nvSpPr>
        <p:spPr>
          <a:xfrm>
            <a:off x="31887047" y="3644216"/>
            <a:ext cx="11157675" cy="88803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4000" dirty="0">
                <a:latin typeface="Lucida Sans" panose="020B0602030504020204" pitchFamily="34" charset="0"/>
              </a:rPr>
              <a:t>      </a:t>
            </a:r>
            <a:r>
              <a:rPr lang="en-US" sz="5400" dirty="0">
                <a:latin typeface="Lucida Sans" panose="020B0602030504020204" pitchFamily="34" charset="0"/>
              </a:rPr>
              <a:t>Results (Workflow)</a:t>
            </a:r>
          </a:p>
        </p:txBody>
      </p:sp>
      <p:sp>
        <p:nvSpPr>
          <p:cNvPr id="160" name="Action Button: Go to Beginning 159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4C5F6429-35FD-1E1B-9168-573E147FD362}"/>
              </a:ext>
            </a:extLst>
          </p:cNvPr>
          <p:cNvSpPr/>
          <p:nvPr/>
        </p:nvSpPr>
        <p:spPr>
          <a:xfrm>
            <a:off x="32137245" y="3781734"/>
            <a:ext cx="656531" cy="606033"/>
          </a:xfrm>
          <a:prstGeom prst="actionButtonBeginning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Action Button: Go Back or Previous 11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351C07D-0716-96E2-A4F7-04220AE427B9}"/>
              </a:ext>
            </a:extLst>
          </p:cNvPr>
          <p:cNvSpPr/>
          <p:nvPr/>
        </p:nvSpPr>
        <p:spPr>
          <a:xfrm>
            <a:off x="18674959" y="4604194"/>
            <a:ext cx="501819" cy="501819"/>
          </a:xfrm>
          <a:prstGeom prst="actionButtonBackPreviou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84ED45C5-2B20-4B64-6D86-4B923A405950}"/>
              </a:ext>
            </a:extLst>
          </p:cNvPr>
          <p:cNvSpPr txBox="1"/>
          <p:nvPr/>
        </p:nvSpPr>
        <p:spPr>
          <a:xfrm>
            <a:off x="32778248" y="4485289"/>
            <a:ext cx="10381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Lucida Sans" panose="020B0602030504020204" pitchFamily="34" charset="0"/>
              </a:rPr>
              <a:t>3. Reproducible Workflow</a:t>
            </a:r>
          </a:p>
        </p:txBody>
      </p:sp>
      <p:sp>
        <p:nvSpPr>
          <p:cNvPr id="166" name="Action Button: Go Back or Previous 16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089A32F1-C766-F727-900E-3B32A7E49D83}"/>
              </a:ext>
            </a:extLst>
          </p:cNvPr>
          <p:cNvSpPr/>
          <p:nvPr/>
        </p:nvSpPr>
        <p:spPr>
          <a:xfrm>
            <a:off x="32152564" y="4567585"/>
            <a:ext cx="501819" cy="501819"/>
          </a:xfrm>
          <a:prstGeom prst="actionButtonBackPreviou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15" name="Group 1314">
            <a:extLst>
              <a:ext uri="{FF2B5EF4-FFF2-40B4-BE49-F238E27FC236}">
                <a16:creationId xmlns:a16="http://schemas.microsoft.com/office/drawing/2014/main" id="{57495A1B-914F-401A-66D8-364DB7F1741C}"/>
              </a:ext>
            </a:extLst>
          </p:cNvPr>
          <p:cNvGrpSpPr/>
          <p:nvPr/>
        </p:nvGrpSpPr>
        <p:grpSpPr>
          <a:xfrm>
            <a:off x="32263565" y="5420419"/>
            <a:ext cx="10455664" cy="10380535"/>
            <a:chOff x="32219315" y="5890828"/>
            <a:chExt cx="10455664" cy="10380535"/>
          </a:xfrm>
        </p:grpSpPr>
        <p:sp>
          <p:nvSpPr>
            <p:cNvPr id="1039" name="Right Brace 1038">
              <a:extLst>
                <a:ext uri="{FF2B5EF4-FFF2-40B4-BE49-F238E27FC236}">
                  <a16:creationId xmlns:a16="http://schemas.microsoft.com/office/drawing/2014/main" id="{41D7F259-1FE0-3957-6B84-BB9789975A05}"/>
                </a:ext>
              </a:extLst>
            </p:cNvPr>
            <p:cNvSpPr/>
            <p:nvPr/>
          </p:nvSpPr>
          <p:spPr>
            <a:xfrm rot="5400000">
              <a:off x="36967609" y="8168254"/>
              <a:ext cx="940754" cy="1042320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314" name="Group 1313">
              <a:extLst>
                <a:ext uri="{FF2B5EF4-FFF2-40B4-BE49-F238E27FC236}">
                  <a16:creationId xmlns:a16="http://schemas.microsoft.com/office/drawing/2014/main" id="{8C9DBF00-47A7-460E-0281-C5BA3756851C}"/>
                </a:ext>
              </a:extLst>
            </p:cNvPr>
            <p:cNvGrpSpPr/>
            <p:nvPr/>
          </p:nvGrpSpPr>
          <p:grpSpPr>
            <a:xfrm>
              <a:off x="32219315" y="5890828"/>
              <a:ext cx="10455664" cy="10380535"/>
              <a:chOff x="32219315" y="5890828"/>
              <a:chExt cx="10455664" cy="10380535"/>
            </a:xfrm>
          </p:grpSpPr>
          <p:grpSp>
            <p:nvGrpSpPr>
              <p:cNvPr id="1035" name="Group 1034">
                <a:extLst>
                  <a:ext uri="{FF2B5EF4-FFF2-40B4-BE49-F238E27FC236}">
                    <a16:creationId xmlns:a16="http://schemas.microsoft.com/office/drawing/2014/main" id="{B78F236F-E172-FB83-4E52-5E9BE89F5FD6}"/>
                  </a:ext>
                </a:extLst>
              </p:cNvPr>
              <p:cNvGrpSpPr/>
              <p:nvPr/>
            </p:nvGrpSpPr>
            <p:grpSpPr>
              <a:xfrm>
                <a:off x="32219315" y="5890828"/>
                <a:ext cx="10455664" cy="7216761"/>
                <a:chOff x="32227184" y="6363475"/>
                <a:chExt cx="10455664" cy="7216761"/>
              </a:xfrm>
            </p:grpSpPr>
            <p:sp>
              <p:nvSpPr>
                <p:cNvPr id="167" name="Rectangle 166">
                  <a:extLst>
                    <a:ext uri="{FF2B5EF4-FFF2-40B4-BE49-F238E27FC236}">
                      <a16:creationId xmlns:a16="http://schemas.microsoft.com/office/drawing/2014/main" id="{41D5FFD0-B3A5-AC2D-7700-868A15C5BE22}"/>
                    </a:ext>
                  </a:extLst>
                </p:cNvPr>
                <p:cNvSpPr/>
                <p:nvPr/>
              </p:nvSpPr>
              <p:spPr>
                <a:xfrm>
                  <a:off x="35541678" y="6363475"/>
                  <a:ext cx="3832797" cy="81930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tx1"/>
                      </a:solidFill>
                    </a:rPr>
                    <a:t>Data Collection/Sourcing</a:t>
                  </a:r>
                </a:p>
              </p:txBody>
            </p:sp>
            <p:sp>
              <p:nvSpPr>
                <p:cNvPr id="182" name="Arrow: Down 181">
                  <a:extLst>
                    <a:ext uri="{FF2B5EF4-FFF2-40B4-BE49-F238E27FC236}">
                      <a16:creationId xmlns:a16="http://schemas.microsoft.com/office/drawing/2014/main" id="{79C90BBA-53BF-D671-D76D-2488063654AA}"/>
                    </a:ext>
                  </a:extLst>
                </p:cNvPr>
                <p:cNvSpPr/>
                <p:nvPr/>
              </p:nvSpPr>
              <p:spPr>
                <a:xfrm>
                  <a:off x="36339456" y="7286308"/>
                  <a:ext cx="2090882" cy="731705"/>
                </a:xfrm>
                <a:prstGeom prst="downArrow">
                  <a:avLst/>
                </a:prstGeom>
                <a:ln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034" name="Group 1033">
                  <a:extLst>
                    <a:ext uri="{FF2B5EF4-FFF2-40B4-BE49-F238E27FC236}">
                      <a16:creationId xmlns:a16="http://schemas.microsoft.com/office/drawing/2014/main" id="{5694FEC8-353C-92DB-EC25-FDBA19A81D93}"/>
                    </a:ext>
                  </a:extLst>
                </p:cNvPr>
                <p:cNvGrpSpPr/>
                <p:nvPr/>
              </p:nvGrpSpPr>
              <p:grpSpPr>
                <a:xfrm>
                  <a:off x="32227184" y="7829372"/>
                  <a:ext cx="10455664" cy="5750864"/>
                  <a:chOff x="32227184" y="7026225"/>
                  <a:chExt cx="10455664" cy="5750864"/>
                </a:xfrm>
              </p:grpSpPr>
              <p:sp>
                <p:nvSpPr>
                  <p:cNvPr id="168" name="Rectangle 167">
                    <a:extLst>
                      <a:ext uri="{FF2B5EF4-FFF2-40B4-BE49-F238E27FC236}">
                        <a16:creationId xmlns:a16="http://schemas.microsoft.com/office/drawing/2014/main" id="{243B6F14-A16B-B071-0770-C9F2941549DA}"/>
                      </a:ext>
                    </a:extLst>
                  </p:cNvPr>
                  <p:cNvSpPr/>
                  <p:nvPr/>
                </p:nvSpPr>
                <p:spPr>
                  <a:xfrm>
                    <a:off x="35670071" y="7269730"/>
                    <a:ext cx="3569892" cy="819309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800" b="1" dirty="0">
                        <a:solidFill>
                          <a:schemeClr val="tx1"/>
                        </a:solidFill>
                      </a:rPr>
                      <a:t>Set Up Environment</a:t>
                    </a:r>
                  </a:p>
                </p:txBody>
              </p:sp>
              <p:sp>
                <p:nvSpPr>
                  <p:cNvPr id="172" name="Oval 171">
                    <a:extLst>
                      <a:ext uri="{FF2B5EF4-FFF2-40B4-BE49-F238E27FC236}">
                        <a16:creationId xmlns:a16="http://schemas.microsoft.com/office/drawing/2014/main" id="{41358D2A-2E0C-36A5-2275-433A4BF9701E}"/>
                      </a:ext>
                    </a:extLst>
                  </p:cNvPr>
                  <p:cNvSpPr/>
                  <p:nvPr/>
                </p:nvSpPr>
                <p:spPr>
                  <a:xfrm>
                    <a:off x="32587974" y="7034767"/>
                    <a:ext cx="2824376" cy="1289233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800" b="1" dirty="0">
                        <a:solidFill>
                          <a:schemeClr val="tx1"/>
                        </a:solidFill>
                      </a:rPr>
                      <a:t>Get Package Versions</a:t>
                    </a:r>
                  </a:p>
                </p:txBody>
              </p:sp>
              <p:sp>
                <p:nvSpPr>
                  <p:cNvPr id="176" name="Oval 175">
                    <a:extLst>
                      <a:ext uri="{FF2B5EF4-FFF2-40B4-BE49-F238E27FC236}">
                        <a16:creationId xmlns:a16="http://schemas.microsoft.com/office/drawing/2014/main" id="{960B2C04-298F-1D1F-9AD7-EB6FEC759189}"/>
                      </a:ext>
                    </a:extLst>
                  </p:cNvPr>
                  <p:cNvSpPr/>
                  <p:nvPr/>
                </p:nvSpPr>
                <p:spPr>
                  <a:xfrm>
                    <a:off x="39496748" y="7026225"/>
                    <a:ext cx="2875213" cy="1297775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800" b="1" dirty="0">
                        <a:solidFill>
                          <a:schemeClr val="tx1"/>
                        </a:solidFill>
                      </a:rPr>
                      <a:t>Version Control (Git)</a:t>
                    </a:r>
                  </a:p>
                </p:txBody>
              </p:sp>
              <p:cxnSp>
                <p:nvCxnSpPr>
                  <p:cNvPr id="188" name="Straight Connector 187">
                    <a:extLst>
                      <a:ext uri="{FF2B5EF4-FFF2-40B4-BE49-F238E27FC236}">
                        <a16:creationId xmlns:a16="http://schemas.microsoft.com/office/drawing/2014/main" id="{77A7186E-2574-5EDB-3D48-0383B9AF36B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413286" y="7643151"/>
                    <a:ext cx="256785" cy="1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0" name="Straight Connector 189">
                    <a:extLst>
                      <a:ext uri="{FF2B5EF4-FFF2-40B4-BE49-F238E27FC236}">
                        <a16:creationId xmlns:a16="http://schemas.microsoft.com/office/drawing/2014/main" id="{15754F1C-27F8-C900-0AD0-E5789950E9C5}"/>
                      </a:ext>
                    </a:extLst>
                  </p:cNvPr>
                  <p:cNvCxnSpPr>
                    <a:cxnSpLocks/>
                    <a:stCxn id="168" idx="3"/>
                    <a:endCxn id="176" idx="2"/>
                  </p:cNvCxnSpPr>
                  <p:nvPr/>
                </p:nvCxnSpPr>
                <p:spPr>
                  <a:xfrm flipV="1">
                    <a:off x="39239963" y="7675113"/>
                    <a:ext cx="256785" cy="4272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031" name="Group 1030">
                    <a:extLst>
                      <a:ext uri="{FF2B5EF4-FFF2-40B4-BE49-F238E27FC236}">
                        <a16:creationId xmlns:a16="http://schemas.microsoft.com/office/drawing/2014/main" id="{49EA005F-369A-89D8-1AEF-D444A873CAC8}"/>
                      </a:ext>
                    </a:extLst>
                  </p:cNvPr>
                  <p:cNvGrpSpPr/>
                  <p:nvPr/>
                </p:nvGrpSpPr>
                <p:grpSpPr>
                  <a:xfrm>
                    <a:off x="32227184" y="8198766"/>
                    <a:ext cx="10455664" cy="4578323"/>
                    <a:chOff x="32227184" y="8198766"/>
                    <a:chExt cx="10455664" cy="4578323"/>
                  </a:xfrm>
                </p:grpSpPr>
                <p:sp>
                  <p:nvSpPr>
                    <p:cNvPr id="183" name="Arrow: Down 182">
                      <a:extLst>
                        <a:ext uri="{FF2B5EF4-FFF2-40B4-BE49-F238E27FC236}">
                          <a16:creationId xmlns:a16="http://schemas.microsoft.com/office/drawing/2014/main" id="{E099A815-096B-53F8-3058-AA9D3F126A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339456" y="8198766"/>
                      <a:ext cx="2090882" cy="660454"/>
                    </a:xfrm>
                    <a:prstGeom prst="downArrow">
                      <a:avLst/>
                    </a:prstGeom>
                    <a:ln/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grpSp>
                  <p:nvGrpSpPr>
                    <p:cNvPr id="1030" name="Group 1029">
                      <a:extLst>
                        <a:ext uri="{FF2B5EF4-FFF2-40B4-BE49-F238E27FC236}">
                          <a16:creationId xmlns:a16="http://schemas.microsoft.com/office/drawing/2014/main" id="{BCD2A3C7-B8EC-3C9A-F28C-DC2539799A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2227184" y="8906076"/>
                      <a:ext cx="10455664" cy="3871013"/>
                      <a:chOff x="32252067" y="8563014"/>
                      <a:chExt cx="10455664" cy="3871013"/>
                    </a:xfrm>
                  </p:grpSpPr>
                  <p:sp>
                    <p:nvSpPr>
                      <p:cNvPr id="169" name="Rectangle 168">
                        <a:extLst>
                          <a:ext uri="{FF2B5EF4-FFF2-40B4-BE49-F238E27FC236}">
                            <a16:creationId xmlns:a16="http://schemas.microsoft.com/office/drawing/2014/main" id="{55890BC1-7EF2-DF32-92E0-31E0EAA6CB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689121" y="8563014"/>
                        <a:ext cx="3569892" cy="249915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2800" b="1" dirty="0">
                            <a:solidFill>
                              <a:schemeClr val="tx1"/>
                            </a:solidFill>
                          </a:rPr>
                          <a:t>Literate Programming with Plain Language</a:t>
                        </a:r>
                      </a:p>
                      <a:p>
                        <a:pPr algn="ctr"/>
                        <a:r>
                          <a:rPr lang="en-US" sz="2800" b="1" dirty="0">
                            <a:solidFill>
                              <a:schemeClr val="tx1"/>
                            </a:solidFill>
                          </a:rPr>
                          <a:t>(Quarto, </a:t>
                        </a:r>
                        <a:r>
                          <a:rPr lang="en-US" sz="2800" b="1" dirty="0" err="1">
                            <a:solidFill>
                              <a:schemeClr val="tx1"/>
                            </a:solidFill>
                          </a:rPr>
                          <a:t>Jupyter</a:t>
                        </a:r>
                        <a:r>
                          <a:rPr lang="en-US" sz="2800" b="1" dirty="0">
                            <a:solidFill>
                              <a:schemeClr val="tx1"/>
                            </a:solidFill>
                          </a:rPr>
                          <a:t>, </a:t>
                        </a:r>
                        <a:r>
                          <a:rPr lang="en-US" sz="2800" b="1" dirty="0" err="1">
                            <a:solidFill>
                              <a:schemeClr val="tx1"/>
                            </a:solidFill>
                          </a:rPr>
                          <a:t>etc</a:t>
                        </a:r>
                        <a:r>
                          <a:rPr lang="en-US" sz="2800" b="1" dirty="0">
                            <a:solidFill>
                              <a:schemeClr val="tx1"/>
                            </a:solidFill>
                          </a:rPr>
                          <a:t>)</a:t>
                        </a:r>
                      </a:p>
                    </p:txBody>
                  </p:sp>
                  <p:sp>
                    <p:nvSpPr>
                      <p:cNvPr id="170" name="Rectangle 169">
                        <a:extLst>
                          <a:ext uri="{FF2B5EF4-FFF2-40B4-BE49-F238E27FC236}">
                            <a16:creationId xmlns:a16="http://schemas.microsoft.com/office/drawing/2014/main" id="{5851E58D-367C-A3C1-81AF-99CE615887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689121" y="11614718"/>
                        <a:ext cx="1764760" cy="81930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2800" b="1" dirty="0">
                            <a:solidFill>
                              <a:schemeClr val="tx1"/>
                            </a:solidFill>
                          </a:rPr>
                          <a:t>Generate Tables</a:t>
                        </a:r>
                      </a:p>
                    </p:txBody>
                  </p:sp>
                  <p:sp>
                    <p:nvSpPr>
                      <p:cNvPr id="171" name="Rectangle 170">
                        <a:extLst>
                          <a:ext uri="{FF2B5EF4-FFF2-40B4-BE49-F238E27FC236}">
                            <a16:creationId xmlns:a16="http://schemas.microsoft.com/office/drawing/2014/main" id="{099D5800-9005-AE06-3C46-00F10F5399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601663" y="11614717"/>
                        <a:ext cx="1657350" cy="81930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2800" b="1" dirty="0">
                            <a:solidFill>
                              <a:schemeClr val="tx1"/>
                            </a:solidFill>
                          </a:rPr>
                          <a:t>Generate Figures</a:t>
                        </a:r>
                      </a:p>
                    </p:txBody>
                  </p:sp>
                  <p:sp>
                    <p:nvSpPr>
                      <p:cNvPr id="178" name="Rectangle 177">
                        <a:extLst>
                          <a:ext uri="{FF2B5EF4-FFF2-40B4-BE49-F238E27FC236}">
                            <a16:creationId xmlns:a16="http://schemas.microsoft.com/office/drawing/2014/main" id="{12E52972-4034-191C-8B86-95B89683D7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259135" y="8565314"/>
                        <a:ext cx="2815694" cy="1289233"/>
                      </a:xfrm>
                      <a:prstGeom prst="rect">
                        <a:avLst/>
                      </a:prstGeom>
                      <a:ln/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2800" b="1" dirty="0">
                            <a:solidFill>
                              <a:schemeClr val="tx1"/>
                            </a:solidFill>
                          </a:rPr>
                          <a:t>Include Randomization Seeds</a:t>
                        </a:r>
                      </a:p>
                    </p:txBody>
                  </p:sp>
                  <p:sp>
                    <p:nvSpPr>
                      <p:cNvPr id="179" name="Rectangle 178">
                        <a:extLst>
                          <a:ext uri="{FF2B5EF4-FFF2-40B4-BE49-F238E27FC236}">
                            <a16:creationId xmlns:a16="http://schemas.microsoft.com/office/drawing/2014/main" id="{8B8BA506-949E-E685-F4A0-1DA4CE80C7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252067" y="10092586"/>
                        <a:ext cx="2815694" cy="128923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2800" b="1" dirty="0">
                            <a:solidFill>
                              <a:schemeClr val="tx1"/>
                            </a:solidFill>
                          </a:rPr>
                          <a:t>No Subscripts (Row/Column Names)</a:t>
                        </a:r>
                      </a:p>
                    </p:txBody>
                  </p:sp>
                  <p:sp>
                    <p:nvSpPr>
                      <p:cNvPr id="180" name="Rectangle 179">
                        <a:extLst>
                          <a:ext uri="{FF2B5EF4-FFF2-40B4-BE49-F238E27FC236}">
                            <a16:creationId xmlns:a16="http://schemas.microsoft.com/office/drawing/2014/main" id="{03C8EFDE-0BF1-E880-EEF4-8CA8052A38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892037" y="8565314"/>
                        <a:ext cx="2815694" cy="128923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2800" b="1" dirty="0">
                            <a:solidFill>
                              <a:schemeClr val="tx1"/>
                            </a:solidFill>
                          </a:rPr>
                          <a:t>Set Paths to Repository</a:t>
                        </a:r>
                      </a:p>
                    </p:txBody>
                  </p:sp>
                  <p:sp>
                    <p:nvSpPr>
                      <p:cNvPr id="181" name="Rectangle 180">
                        <a:extLst>
                          <a:ext uri="{FF2B5EF4-FFF2-40B4-BE49-F238E27FC236}">
                            <a16:creationId xmlns:a16="http://schemas.microsoft.com/office/drawing/2014/main" id="{E4656BE6-9542-21D0-794A-86934F9D89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872987" y="10092586"/>
                        <a:ext cx="2815694" cy="128923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2800" b="1" dirty="0">
                            <a:solidFill>
                              <a:schemeClr val="tx1"/>
                            </a:solidFill>
                          </a:rPr>
                          <a:t>Creation of Supplementary Data</a:t>
                        </a:r>
                      </a:p>
                    </p:txBody>
                  </p:sp>
                  <p:sp>
                    <p:nvSpPr>
                      <p:cNvPr id="185" name="Arrow: Down 184">
                        <a:extLst>
                          <a:ext uri="{FF2B5EF4-FFF2-40B4-BE49-F238E27FC236}">
                            <a16:creationId xmlns:a16="http://schemas.microsoft.com/office/drawing/2014/main" id="{96793E1B-D346-FEEF-010C-5081E359A3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879031" y="11152319"/>
                        <a:ext cx="1102613" cy="420994"/>
                      </a:xfrm>
                      <a:prstGeom prst="downArrow">
                        <a:avLst/>
                      </a:prstGeom>
                      <a:ln/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86" name="Arrow: Down 185">
                        <a:extLst>
                          <a:ext uri="{FF2B5EF4-FFF2-40B4-BE49-F238E27FC236}">
                            <a16:creationId xmlns:a16="http://schemas.microsoft.com/office/drawing/2014/main" id="{EF3C4EBF-B973-6080-6AEE-DF365AE2A2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6020194" y="11152319"/>
                        <a:ext cx="1102613" cy="420994"/>
                      </a:xfrm>
                      <a:prstGeom prst="downArrow">
                        <a:avLst/>
                      </a:prstGeom>
                      <a:ln/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1024" name="Straight Connector 1023">
                        <a:extLst>
                          <a:ext uri="{FF2B5EF4-FFF2-40B4-BE49-F238E27FC236}">
                            <a16:creationId xmlns:a16="http://schemas.microsoft.com/office/drawing/2014/main" id="{B638C002-8B94-06DC-FE47-41B56BDBFE8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5067761" y="9209930"/>
                        <a:ext cx="628428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27" name="Straight Connector 1026">
                        <a:extLst>
                          <a:ext uri="{FF2B5EF4-FFF2-40B4-BE49-F238E27FC236}">
                            <a16:creationId xmlns:a16="http://schemas.microsoft.com/office/drawing/2014/main" id="{ACDF0BCB-6914-D8D6-5B3E-9983EB4EB5B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5067761" y="10726932"/>
                        <a:ext cx="628428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28" name="Straight Connector 1027">
                        <a:extLst>
                          <a:ext uri="{FF2B5EF4-FFF2-40B4-BE49-F238E27FC236}">
                            <a16:creationId xmlns:a16="http://schemas.microsoft.com/office/drawing/2014/main" id="{9C5557E2-661C-F1F8-CEA1-3068D13F79A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9259013" y="9209930"/>
                        <a:ext cx="628428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29" name="Straight Connector 1028">
                        <a:extLst>
                          <a:ext uri="{FF2B5EF4-FFF2-40B4-BE49-F238E27FC236}">
                            <a16:creationId xmlns:a16="http://schemas.microsoft.com/office/drawing/2014/main" id="{7B370E7F-CFBE-141E-34AC-9F516B46A3B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9239963" y="10726932"/>
                        <a:ext cx="628428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</p:grpSp>
          </p:grpSp>
          <p:sp>
            <p:nvSpPr>
              <p:cNvPr id="1040" name="Rectangle 1039">
                <a:extLst>
                  <a:ext uri="{FF2B5EF4-FFF2-40B4-BE49-F238E27FC236}">
                    <a16:creationId xmlns:a16="http://schemas.microsoft.com/office/drawing/2014/main" id="{2EA86EF7-B1F5-E034-5A2E-95A6A088A94C}"/>
                  </a:ext>
                </a:extLst>
              </p:cNvPr>
              <p:cNvSpPr/>
              <p:nvPr/>
            </p:nvSpPr>
            <p:spPr>
              <a:xfrm>
                <a:off x="33127366" y="13861954"/>
                <a:ext cx="5309384" cy="758952"/>
              </a:xfrm>
              <a:prstGeom prst="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/>
                  <a:t>Create Public Facing Repository (GitHub) Containing All*</a:t>
                </a:r>
              </a:p>
            </p:txBody>
          </p:sp>
          <p:sp>
            <p:nvSpPr>
              <p:cNvPr id="1041" name="Arrow: Down 1040">
                <a:extLst>
                  <a:ext uri="{FF2B5EF4-FFF2-40B4-BE49-F238E27FC236}">
                    <a16:creationId xmlns:a16="http://schemas.microsoft.com/office/drawing/2014/main" id="{BDBA8434-E187-0728-9573-7B251385E248}"/>
                  </a:ext>
                </a:extLst>
              </p:cNvPr>
              <p:cNvSpPr/>
              <p:nvPr/>
            </p:nvSpPr>
            <p:spPr>
              <a:xfrm>
                <a:off x="36401707" y="14790877"/>
                <a:ext cx="2090882" cy="660454"/>
              </a:xfrm>
              <a:prstGeom prst="downArrow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2" name="Rectangle 1041">
                <a:extLst>
                  <a:ext uri="{FF2B5EF4-FFF2-40B4-BE49-F238E27FC236}">
                    <a16:creationId xmlns:a16="http://schemas.microsoft.com/office/drawing/2014/main" id="{C4EC51F0-EFEB-3DBF-F9A8-4CCE1DB99DD7}"/>
                  </a:ext>
                </a:extLst>
              </p:cNvPr>
              <p:cNvSpPr/>
              <p:nvPr/>
            </p:nvSpPr>
            <p:spPr>
              <a:xfrm>
                <a:off x="32219315" y="15593504"/>
                <a:ext cx="10423208" cy="677859"/>
              </a:xfrm>
              <a:prstGeom prst="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/>
                  <a:t>Link Repository in Paper for Access</a:t>
                </a:r>
              </a:p>
            </p:txBody>
          </p:sp>
        </p:grpSp>
      </p:grpSp>
      <p:sp>
        <p:nvSpPr>
          <p:cNvPr id="1047" name="TextBox 1046">
            <a:extLst>
              <a:ext uri="{FF2B5EF4-FFF2-40B4-BE49-F238E27FC236}">
                <a16:creationId xmlns:a16="http://schemas.microsoft.com/office/drawing/2014/main" id="{DA98C7F1-F8CB-215F-8334-EAC1D4E9A37C}"/>
              </a:ext>
            </a:extLst>
          </p:cNvPr>
          <p:cNvSpPr txBox="1"/>
          <p:nvPr/>
        </p:nvSpPr>
        <p:spPr>
          <a:xfrm>
            <a:off x="32137245" y="15889639"/>
            <a:ext cx="1083069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4721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* In cases where data cannot be shared due for privacy concerns, a synthetic dataset can be manufactured to contain similar properties to the raw data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A9697350-32E4-C6DA-6BA3-DA5BB4DE44E5}"/>
              </a:ext>
            </a:extLst>
          </p:cNvPr>
          <p:cNvSpPr txBox="1"/>
          <p:nvPr/>
        </p:nvSpPr>
        <p:spPr>
          <a:xfrm>
            <a:off x="18676605" y="22069807"/>
            <a:ext cx="12433261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4721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Lucida Sans" panose="020B0602030504020204" pitchFamily="34" charset="0"/>
              </a:rPr>
              <a:t>Most figures and graphs </a:t>
            </a:r>
            <a:r>
              <a:rPr lang="en-US" sz="3600" b="1" dirty="0">
                <a:solidFill>
                  <a:prstClr val="black"/>
                </a:solidFill>
                <a:latin typeface="Lucida Sans" panose="020B0602030504020204" pitchFamily="34" charset="0"/>
              </a:rPr>
              <a:t>successfully generated </a:t>
            </a:r>
            <a:r>
              <a:rPr lang="en-US" sz="3600" dirty="0">
                <a:solidFill>
                  <a:prstClr val="black"/>
                </a:solidFill>
                <a:latin typeface="Lucida Sans" panose="020B0602030504020204" pitchFamily="34" charset="0"/>
              </a:rPr>
              <a:t>on another system (Fig 1). Most code errors faced likely due to a </a:t>
            </a:r>
            <a:r>
              <a:rPr lang="en-US" sz="3600" b="1" dirty="0">
                <a:solidFill>
                  <a:prstClr val="black"/>
                </a:solidFill>
                <a:latin typeface="Lucida Sans" panose="020B0602030504020204" pitchFamily="34" charset="0"/>
              </a:rPr>
              <a:t>new environment</a:t>
            </a:r>
            <a:r>
              <a:rPr lang="en-US" sz="3600" dirty="0">
                <a:solidFill>
                  <a:prstClr val="black"/>
                </a:solidFill>
                <a:latin typeface="Lucida Sans" panose="020B0602030504020204" pitchFamily="34" charset="0"/>
              </a:rPr>
              <a:t>, but a few fixes required more depth in reprogramming.</a:t>
            </a:r>
          </a:p>
          <a:p>
            <a:pPr marL="342900" marR="0" lvl="0" indent="-342900" algn="just" defTabSz="4721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Lucida Sans" panose="020B0602030504020204" pitchFamily="34" charset="0"/>
              </a:rPr>
              <a:t>All figures eventually reproduced (Fig 2), except two supplementary datasets. As these datasets were included in the repository, the </a:t>
            </a:r>
            <a:r>
              <a:rPr lang="en-US" sz="3600" b="1" dirty="0">
                <a:solidFill>
                  <a:prstClr val="black"/>
                </a:solidFill>
                <a:latin typeface="Lucida Sans" panose="020B0602030504020204" pitchFamily="34" charset="0"/>
              </a:rPr>
              <a:t>paper was fully reproducible</a:t>
            </a:r>
            <a:r>
              <a:rPr lang="en-US" sz="3600" dirty="0">
                <a:solidFill>
                  <a:prstClr val="black"/>
                </a:solidFill>
                <a:latin typeface="Lucida Sans" panose="020B0602030504020204" pitchFamily="34" charset="0"/>
              </a:rPr>
              <a:t>, though </a:t>
            </a:r>
            <a:r>
              <a:rPr lang="en-US" sz="3600" b="1" dirty="0">
                <a:solidFill>
                  <a:prstClr val="black"/>
                </a:solidFill>
                <a:latin typeface="Lucida Sans" panose="020B0602030504020204" pitchFamily="34" charset="0"/>
              </a:rPr>
              <a:t>creating these datasets natively would improve reproducibility.</a:t>
            </a:r>
          </a:p>
          <a:p>
            <a:pPr marL="342900" marR="0" lvl="0" indent="-342900" algn="just" defTabSz="4721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Lucida Sans" panose="020B0602030504020204" pitchFamily="34" charset="0"/>
              </a:rPr>
              <a:t>Lab exercises were </a:t>
            </a:r>
            <a:r>
              <a:rPr lang="en-US" sz="3600" b="1" dirty="0">
                <a:solidFill>
                  <a:prstClr val="black"/>
                </a:solidFill>
                <a:latin typeface="Lucida Sans" panose="020B0602030504020204" pitchFamily="34" charset="0"/>
              </a:rPr>
              <a:t>developed to mirror the process successes in the reproduced study </a:t>
            </a:r>
            <a:r>
              <a:rPr lang="en-US" sz="3600" dirty="0">
                <a:solidFill>
                  <a:prstClr val="black"/>
                </a:solidFill>
                <a:latin typeface="Lucida Sans" panose="020B0602030504020204" pitchFamily="34" charset="0"/>
              </a:rPr>
              <a:t>and prevent the errors faced (Fig 3)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7F3D6491-2C7E-EC42-A4BE-0A8109E2B371}"/>
              </a:ext>
            </a:extLst>
          </p:cNvPr>
          <p:cNvSpPr txBox="1"/>
          <p:nvPr/>
        </p:nvSpPr>
        <p:spPr>
          <a:xfrm>
            <a:off x="32036417" y="20201511"/>
            <a:ext cx="9349873" cy="8463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4721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Lucida Sans" panose="020B0602030504020204" pitchFamily="34" charset="0"/>
              </a:rPr>
              <a:t>Bove’s </a:t>
            </a:r>
            <a:r>
              <a:rPr lang="en-US" sz="3200" b="1" dirty="0">
                <a:solidFill>
                  <a:prstClr val="black"/>
                </a:solidFill>
                <a:latin typeface="Lucida Sans" panose="020B0602030504020204" pitchFamily="34" charset="0"/>
              </a:rPr>
              <a:t>coral reef community structure analysis is highly reproducible</a:t>
            </a:r>
            <a:r>
              <a:rPr lang="en-US" sz="3200" dirty="0">
                <a:solidFill>
                  <a:prstClr val="black"/>
                </a:solidFill>
                <a:latin typeface="Lucida Sans" panose="020B0602030504020204" pitchFamily="34" charset="0"/>
              </a:rPr>
              <a:t>, especially considering the lack of reproducibility in similar studies</a:t>
            </a:r>
          </a:p>
          <a:p>
            <a:pPr marL="457200" marR="0" lvl="0" indent="-457200" algn="just" defTabSz="4721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Lucida Sans" panose="020B0602030504020204" pitchFamily="34" charset="0"/>
              </a:rPr>
              <a:t>Studies like Bove’s which </a:t>
            </a:r>
            <a:r>
              <a:rPr lang="en-US" sz="3200" b="1" dirty="0">
                <a:solidFill>
                  <a:prstClr val="black"/>
                </a:solidFill>
                <a:latin typeface="Lucida Sans" panose="020B0602030504020204" pitchFamily="34" charset="0"/>
              </a:rPr>
              <a:t>link access to data and code repositories</a:t>
            </a:r>
            <a:r>
              <a:rPr lang="en-US" sz="3200" dirty="0">
                <a:solidFill>
                  <a:prstClr val="black"/>
                </a:solidFill>
                <a:latin typeface="Lucida Sans" panose="020B0602030504020204" pitchFamily="34" charset="0"/>
              </a:rPr>
              <a:t> have greater accountability, greater reproducibility</a:t>
            </a:r>
          </a:p>
          <a:p>
            <a:pPr marL="457200" marR="0" lvl="0" indent="-457200" algn="just" defTabSz="4721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Lucida Sans" panose="020B0602030504020204" pitchFamily="34" charset="0"/>
              </a:rPr>
              <a:t>Next step: Further review of linked repositories to verify this observation</a:t>
            </a:r>
          </a:p>
          <a:p>
            <a:pPr marR="0" lvl="0" algn="just" defTabSz="4721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Lucida Sans" panose="020B0602030504020204" pitchFamily="34" charset="0"/>
              </a:rPr>
              <a:t>Lab exercises will be</a:t>
            </a:r>
            <a:r>
              <a:rPr lang="en-US" sz="3200" b="1" dirty="0">
                <a:solidFill>
                  <a:prstClr val="black"/>
                </a:solidFill>
                <a:latin typeface="Lucida Sans" panose="020B0602030504020204" pitchFamily="34" charset="0"/>
              </a:rPr>
              <a:t> further adapted for BIOS 645</a:t>
            </a:r>
            <a:r>
              <a:rPr lang="en-US" sz="3200" dirty="0">
                <a:solidFill>
                  <a:prstClr val="black"/>
                </a:solidFill>
                <a:latin typeface="Lucida Sans" panose="020B0602030504020204" pitchFamily="34" charset="0"/>
              </a:rPr>
              <a:t>, an early course in biostatistics which focuses on R programming</a:t>
            </a:r>
          </a:p>
          <a:p>
            <a:pPr marL="457200" marR="0" lvl="0" indent="-457200" algn="just" defTabSz="4721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Lucida Sans" panose="020B0602030504020204" pitchFamily="34" charset="0"/>
              </a:rPr>
              <a:t>Next step: </a:t>
            </a:r>
            <a:r>
              <a:rPr lang="en-US" sz="3200" b="1" dirty="0">
                <a:solidFill>
                  <a:prstClr val="black"/>
                </a:solidFill>
                <a:latin typeface="Lucida Sans" panose="020B0602030504020204" pitchFamily="34" charset="0"/>
              </a:rPr>
              <a:t>Beta testing </a:t>
            </a:r>
            <a:r>
              <a:rPr lang="en-US" sz="3200" dirty="0">
                <a:solidFill>
                  <a:prstClr val="black"/>
                </a:solidFill>
                <a:latin typeface="Lucida Sans" panose="020B0602030504020204" pitchFamily="34" charset="0"/>
              </a:rPr>
              <a:t>lab with student volunteers</a:t>
            </a:r>
          </a:p>
          <a:p>
            <a:pPr marL="457200" marR="0" lvl="0" indent="-457200" algn="just" defTabSz="4721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Lucida Sans" panose="020B0602030504020204" pitchFamily="34" charset="0"/>
              </a:rPr>
              <a:t>Administer student surveys to </a:t>
            </a:r>
            <a:r>
              <a:rPr lang="en-US" sz="3200" b="1" dirty="0">
                <a:solidFill>
                  <a:prstClr val="black"/>
                </a:solidFill>
                <a:latin typeface="Lucida Sans" panose="020B0602030504020204" pitchFamily="34" charset="0"/>
              </a:rPr>
              <a:t>assess achievement of reproducibility learning objectives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80F8A692-CBAA-A1CE-8DB0-C0612FC7B5CA}"/>
              </a:ext>
            </a:extLst>
          </p:cNvPr>
          <p:cNvSpPr txBox="1"/>
          <p:nvPr/>
        </p:nvSpPr>
        <p:spPr>
          <a:xfrm flipH="1">
            <a:off x="708534" y="6769609"/>
            <a:ext cx="9343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Lucida Sans" panose="020B0602030504020204" pitchFamily="34" charset="0"/>
              </a:rPr>
              <a:t>Coral reef community structure analysis [1]</a:t>
            </a:r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95E5416D-9554-DCAF-FB3D-79A4A780C1A8}"/>
              </a:ext>
            </a:extLst>
          </p:cNvPr>
          <p:cNvSpPr/>
          <p:nvPr/>
        </p:nvSpPr>
        <p:spPr>
          <a:xfrm>
            <a:off x="640079" y="13632664"/>
            <a:ext cx="17215678" cy="87782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4000" dirty="0">
                <a:latin typeface="Lucida Sans" panose="020B0602030504020204" pitchFamily="34" charset="0"/>
              </a:rPr>
              <a:t>      </a:t>
            </a:r>
            <a:r>
              <a:rPr lang="en-US" sz="5400" dirty="0">
                <a:latin typeface="Lucida Sans" panose="020B0602030504020204" pitchFamily="34" charset="0"/>
              </a:rPr>
              <a:t>Reproducibility in the Classroom</a:t>
            </a:r>
          </a:p>
        </p:txBody>
      </p:sp>
      <p:pic>
        <p:nvPicPr>
          <p:cNvPr id="1081" name="Picture 1080" descr="A blue pie chart with a black background&#10;&#10;AI-generated content may be incorrect.">
            <a:extLst>
              <a:ext uri="{FF2B5EF4-FFF2-40B4-BE49-F238E27FC236}">
                <a16:creationId xmlns:a16="http://schemas.microsoft.com/office/drawing/2014/main" id="{F056743F-3AFA-5A71-1BCB-6DF47AC5550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27141">
            <a:off x="16364000" y="8090373"/>
            <a:ext cx="812197" cy="1346536"/>
          </a:xfrm>
          <a:prstGeom prst="rect">
            <a:avLst/>
          </a:prstGeom>
        </p:spPr>
      </p:pic>
      <p:sp>
        <p:nvSpPr>
          <p:cNvPr id="1065" name="Rectangle: Rounded Corners 1064">
            <a:extLst>
              <a:ext uri="{FF2B5EF4-FFF2-40B4-BE49-F238E27FC236}">
                <a16:creationId xmlns:a16="http://schemas.microsoft.com/office/drawing/2014/main" id="{E31D7320-A4FF-0F12-E5F7-E43C9CF85EA4}"/>
              </a:ext>
            </a:extLst>
          </p:cNvPr>
          <p:cNvSpPr/>
          <p:nvPr/>
        </p:nvSpPr>
        <p:spPr>
          <a:xfrm>
            <a:off x="9983720" y="6745846"/>
            <a:ext cx="7614964" cy="6080872"/>
          </a:xfrm>
          <a:prstGeom prst="roundRect">
            <a:avLst>
              <a:gd name="adj" fmla="val 6649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D6940F4A-2969-7960-0B23-1853DD956217}"/>
              </a:ext>
            </a:extLst>
          </p:cNvPr>
          <p:cNvSpPr txBox="1"/>
          <p:nvPr/>
        </p:nvSpPr>
        <p:spPr>
          <a:xfrm>
            <a:off x="10133891" y="6766560"/>
            <a:ext cx="6198535" cy="4758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721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Reproducibility Crisis [2]</a:t>
            </a:r>
            <a:endParaRPr lang="en-US" sz="3200" b="1" dirty="0">
              <a:solidFill>
                <a:prstClr val="black"/>
              </a:solidFill>
              <a:latin typeface="Lucida Sans" panose="020B0602030504020204" pitchFamily="34" charset="0"/>
            </a:endParaRPr>
          </a:p>
          <a:p>
            <a:pPr marR="0" lvl="0" algn="r" defTabSz="4721354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Lucida Sans" panose="020B0602030504020204" pitchFamily="34" charset="0"/>
              </a:rPr>
              <a:t>Studies with available data access: </a:t>
            </a:r>
          </a:p>
          <a:p>
            <a:pPr marR="0" lvl="0" algn="r" defTabSz="4721354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Lucida Sans" panose="020B0602030504020204" pitchFamily="34" charset="0"/>
              </a:rPr>
              <a:t>Data in machine readable format:</a:t>
            </a:r>
          </a:p>
          <a:p>
            <a:pPr marR="0" lvl="0" algn="r" defTabSz="4721354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Lucida Sans" panose="020B0602030504020204" pitchFamily="34" charset="0"/>
              </a:rPr>
              <a:t>Data made available by request:</a:t>
            </a:r>
          </a:p>
          <a:p>
            <a:pPr marR="0" lvl="0" algn="r" defTabSz="4721354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Lucida Sans" panose="020B0602030504020204" pitchFamily="34" charset="0"/>
              </a:rPr>
              <a:t>Manuscript with code available: </a:t>
            </a:r>
          </a:p>
          <a:p>
            <a:pPr marR="0" lvl="0" algn="r" defTabSz="4721354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Lucida Sans" panose="020B0602030504020204" pitchFamily="34" charset="0"/>
              </a:rPr>
              <a:t>Studies could not be reproduced:</a:t>
            </a: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12359848-FF7E-1966-6322-BA82D92C69CA}"/>
              </a:ext>
            </a:extLst>
          </p:cNvPr>
          <p:cNvSpPr txBox="1"/>
          <p:nvPr/>
        </p:nvSpPr>
        <p:spPr>
          <a:xfrm>
            <a:off x="9964012" y="11773825"/>
            <a:ext cx="7693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721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* Generalizability extends to meta-analyses in clinical psychology interventions</a:t>
            </a:r>
          </a:p>
        </p:txBody>
      </p:sp>
      <p:sp>
        <p:nvSpPr>
          <p:cNvPr id="1107" name="Rectangle: Rounded Corners 1106">
            <a:extLst>
              <a:ext uri="{FF2B5EF4-FFF2-40B4-BE49-F238E27FC236}">
                <a16:creationId xmlns:a16="http://schemas.microsoft.com/office/drawing/2014/main" id="{C3F2F1C2-F998-6813-22BF-AB52C4A416E5}"/>
              </a:ext>
            </a:extLst>
          </p:cNvPr>
          <p:cNvSpPr/>
          <p:nvPr/>
        </p:nvSpPr>
        <p:spPr>
          <a:xfrm>
            <a:off x="923382" y="7326386"/>
            <a:ext cx="8757240" cy="5468006"/>
          </a:xfrm>
          <a:prstGeom prst="roundRect">
            <a:avLst>
              <a:gd name="adj" fmla="val 6649"/>
            </a:avLst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81" t="-95765" r="-581" b="-84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1" name="Frame 1110">
            <a:extLst>
              <a:ext uri="{FF2B5EF4-FFF2-40B4-BE49-F238E27FC236}">
                <a16:creationId xmlns:a16="http://schemas.microsoft.com/office/drawing/2014/main" id="{8C4C6E7F-77A3-15F9-3097-BCEBA4F12912}"/>
              </a:ext>
            </a:extLst>
          </p:cNvPr>
          <p:cNvSpPr/>
          <p:nvPr/>
        </p:nvSpPr>
        <p:spPr>
          <a:xfrm>
            <a:off x="9438611" y="15207822"/>
            <a:ext cx="8238213" cy="2860866"/>
          </a:xfrm>
          <a:prstGeom prst="frame">
            <a:avLst>
              <a:gd name="adj1" fmla="val 5189"/>
            </a:avLst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CFF0EFA3-C049-517E-B04F-14EB1FCA3483}"/>
              </a:ext>
            </a:extLst>
          </p:cNvPr>
          <p:cNvSpPr txBox="1"/>
          <p:nvPr/>
        </p:nvSpPr>
        <p:spPr>
          <a:xfrm>
            <a:off x="9405642" y="14402886"/>
            <a:ext cx="94020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3200" b="1" dirty="0" err="1">
                <a:solidFill>
                  <a:prstClr val="black"/>
                </a:solidFill>
                <a:latin typeface="Lucida Sans" panose="020B0602030504020204" pitchFamily="34" charset="0"/>
              </a:rPr>
              <a:t>Reprohackathons</a:t>
            </a:r>
            <a:r>
              <a:rPr lang="en-US" sz="3200" b="1" dirty="0">
                <a:solidFill>
                  <a:prstClr val="black"/>
                </a:solidFill>
                <a:latin typeface="Lucida Sans" panose="020B0602030504020204" pitchFamily="34" charset="0"/>
              </a:rPr>
              <a:t> [4]</a:t>
            </a:r>
            <a:endParaRPr lang="en-US" sz="3200" b="1" dirty="0">
              <a:latin typeface="Lucida Sans" panose="020B0602030504020204" pitchFamily="34" charset="0"/>
            </a:endParaRP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1981B8CF-A0D6-FF0B-88C9-089DEB931614}"/>
              </a:ext>
            </a:extLst>
          </p:cNvPr>
          <p:cNvSpPr txBox="1"/>
          <p:nvPr/>
        </p:nvSpPr>
        <p:spPr>
          <a:xfrm>
            <a:off x="9369132" y="15495499"/>
            <a:ext cx="805143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  <a:p>
            <a:pPr lvl="0" algn="just"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just" defTabSz="4721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 dirty="0">
              <a:solidFill>
                <a:prstClr val="black"/>
              </a:solidFill>
              <a:latin typeface="Lucida Sans" panose="020B0602030504020204" pitchFamily="34" charset="0"/>
            </a:endParaRPr>
          </a:p>
        </p:txBody>
      </p:sp>
      <p:sp>
        <p:nvSpPr>
          <p:cNvPr id="1114" name="Rectangle 1113">
            <a:extLst>
              <a:ext uri="{FF2B5EF4-FFF2-40B4-BE49-F238E27FC236}">
                <a16:creationId xmlns:a16="http://schemas.microsoft.com/office/drawing/2014/main" id="{74F69766-8606-FB00-A231-F6C6161B6607}"/>
              </a:ext>
            </a:extLst>
          </p:cNvPr>
          <p:cNvSpPr/>
          <p:nvPr/>
        </p:nvSpPr>
        <p:spPr>
          <a:xfrm>
            <a:off x="9457875" y="16515608"/>
            <a:ext cx="8140857" cy="3062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5" name="Oval 1114">
            <a:extLst>
              <a:ext uri="{FF2B5EF4-FFF2-40B4-BE49-F238E27FC236}">
                <a16:creationId xmlns:a16="http://schemas.microsoft.com/office/drawing/2014/main" id="{B428A31C-45B3-C732-8466-7E72851C96B0}"/>
              </a:ext>
            </a:extLst>
          </p:cNvPr>
          <p:cNvSpPr/>
          <p:nvPr/>
        </p:nvSpPr>
        <p:spPr>
          <a:xfrm>
            <a:off x="9592538" y="15377182"/>
            <a:ext cx="2635119" cy="253288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8" name="TextBox 1117">
            <a:extLst>
              <a:ext uri="{FF2B5EF4-FFF2-40B4-BE49-F238E27FC236}">
                <a16:creationId xmlns:a16="http://schemas.microsoft.com/office/drawing/2014/main" id="{3899DDCD-755D-2EFB-CA13-DFD5140C979B}"/>
              </a:ext>
            </a:extLst>
          </p:cNvPr>
          <p:cNvSpPr txBox="1"/>
          <p:nvPr/>
        </p:nvSpPr>
        <p:spPr>
          <a:xfrm>
            <a:off x="9402175" y="15383327"/>
            <a:ext cx="298423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800" dirty="0">
                <a:solidFill>
                  <a:schemeClr val="bg1"/>
                </a:solidFill>
              </a:rPr>
              <a:t>Introduce </a:t>
            </a:r>
          </a:p>
          <a:p>
            <a:pPr lvl="0" algn="ctr">
              <a:defRPr/>
            </a:pPr>
            <a:r>
              <a:rPr lang="en-US" sz="2800" dirty="0">
                <a:solidFill>
                  <a:schemeClr val="bg1"/>
                </a:solidFill>
              </a:rPr>
              <a:t>students to reproducibility </a:t>
            </a:r>
          </a:p>
          <a:p>
            <a:pPr lvl="0" algn="ctr">
              <a:defRPr/>
            </a:pPr>
            <a:r>
              <a:rPr lang="en-US" sz="2800" dirty="0">
                <a:solidFill>
                  <a:schemeClr val="bg1"/>
                </a:solidFill>
              </a:rPr>
              <a:t>and its growing</a:t>
            </a:r>
          </a:p>
          <a:p>
            <a:pPr lvl="0" algn="ctr">
              <a:defRPr/>
            </a:pPr>
            <a:r>
              <a:rPr lang="en-US" sz="2800" dirty="0">
                <a:solidFill>
                  <a:schemeClr val="bg1"/>
                </a:solidFill>
              </a:rPr>
              <a:t>significance</a:t>
            </a:r>
          </a:p>
        </p:txBody>
      </p:sp>
      <p:sp>
        <p:nvSpPr>
          <p:cNvPr id="1121" name="Oval 1120">
            <a:extLst>
              <a:ext uri="{FF2B5EF4-FFF2-40B4-BE49-F238E27FC236}">
                <a16:creationId xmlns:a16="http://schemas.microsoft.com/office/drawing/2014/main" id="{87D2EBCB-CB88-05F6-9ED6-7152597C9F21}"/>
              </a:ext>
            </a:extLst>
          </p:cNvPr>
          <p:cNvSpPr/>
          <p:nvPr/>
        </p:nvSpPr>
        <p:spPr>
          <a:xfrm>
            <a:off x="12244895" y="15377896"/>
            <a:ext cx="2635119" cy="253288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2756C90E-AC16-150E-E7E8-4B9E77DF9700}"/>
              </a:ext>
            </a:extLst>
          </p:cNvPr>
          <p:cNvSpPr txBox="1"/>
          <p:nvPr/>
        </p:nvSpPr>
        <p:spPr>
          <a:xfrm>
            <a:off x="12070335" y="15386326"/>
            <a:ext cx="298423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800" dirty="0">
                <a:solidFill>
                  <a:schemeClr val="bg1"/>
                </a:solidFill>
              </a:rPr>
              <a:t>Teach </a:t>
            </a:r>
          </a:p>
          <a:p>
            <a:pPr lvl="0" algn="ctr">
              <a:defRPr/>
            </a:pPr>
            <a:r>
              <a:rPr lang="en-US" sz="2800" dirty="0">
                <a:solidFill>
                  <a:schemeClr val="bg1"/>
                </a:solidFill>
              </a:rPr>
              <a:t>version control, environments, and workflow technology</a:t>
            </a:r>
          </a:p>
        </p:txBody>
      </p:sp>
      <p:sp>
        <p:nvSpPr>
          <p:cNvPr id="1122" name="Oval 1121">
            <a:extLst>
              <a:ext uri="{FF2B5EF4-FFF2-40B4-BE49-F238E27FC236}">
                <a16:creationId xmlns:a16="http://schemas.microsoft.com/office/drawing/2014/main" id="{36275D92-91E2-FB77-AF09-847314474300}"/>
              </a:ext>
            </a:extLst>
          </p:cNvPr>
          <p:cNvSpPr/>
          <p:nvPr/>
        </p:nvSpPr>
        <p:spPr>
          <a:xfrm>
            <a:off x="14906194" y="15377896"/>
            <a:ext cx="2635119" cy="253524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F383B8C6-0110-9C60-6E08-D1CE5A05398E}"/>
              </a:ext>
            </a:extLst>
          </p:cNvPr>
          <p:cNvSpPr txBox="1"/>
          <p:nvPr/>
        </p:nvSpPr>
        <p:spPr>
          <a:xfrm>
            <a:off x="14731634" y="15385960"/>
            <a:ext cx="298423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800" dirty="0">
                <a:solidFill>
                  <a:schemeClr val="bg1"/>
                </a:solidFill>
              </a:rPr>
              <a:t>Students </a:t>
            </a:r>
          </a:p>
          <a:p>
            <a:pPr lvl="0" algn="ctr">
              <a:defRPr/>
            </a:pPr>
            <a:r>
              <a:rPr lang="en-US" sz="2800" dirty="0">
                <a:solidFill>
                  <a:schemeClr val="bg1"/>
                </a:solidFill>
              </a:rPr>
              <a:t>prepare and present reproducible data “reanalysis" </a:t>
            </a:r>
          </a:p>
        </p:txBody>
      </p:sp>
      <p:graphicFrame>
        <p:nvGraphicFramePr>
          <p:cNvPr id="1126" name="Table 1125">
            <a:extLst>
              <a:ext uri="{FF2B5EF4-FFF2-40B4-BE49-F238E27FC236}">
                <a16:creationId xmlns:a16="http://schemas.microsoft.com/office/drawing/2014/main" id="{D197E540-E1B0-450D-1149-BAC31E7928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306681"/>
              </p:ext>
            </p:extLst>
          </p:nvPr>
        </p:nvGraphicFramePr>
        <p:xfrm>
          <a:off x="3474226" y="15207823"/>
          <a:ext cx="5548455" cy="2841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3994">
                  <a:extLst>
                    <a:ext uri="{9D8B030D-6E8A-4147-A177-3AD203B41FA5}">
                      <a16:colId xmlns:a16="http://schemas.microsoft.com/office/drawing/2014/main" val="1580062384"/>
                    </a:ext>
                  </a:extLst>
                </a:gridCol>
                <a:gridCol w="1522140">
                  <a:extLst>
                    <a:ext uri="{9D8B030D-6E8A-4147-A177-3AD203B41FA5}">
                      <a16:colId xmlns:a16="http://schemas.microsoft.com/office/drawing/2014/main" val="483429671"/>
                    </a:ext>
                  </a:extLst>
                </a:gridCol>
                <a:gridCol w="1552321">
                  <a:extLst>
                    <a:ext uri="{9D8B030D-6E8A-4147-A177-3AD203B41FA5}">
                      <a16:colId xmlns:a16="http://schemas.microsoft.com/office/drawing/2014/main" val="2859806665"/>
                    </a:ext>
                  </a:extLst>
                </a:gridCol>
              </a:tblGrid>
              <a:tr h="805607">
                <a:tc>
                  <a:txBody>
                    <a:bodyPr/>
                    <a:lstStyle/>
                    <a:p>
                      <a:r>
                        <a:rPr lang="en-US" sz="2800" dirty="0"/>
                        <a:t>Literate 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Version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Web Hosting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976361"/>
                  </a:ext>
                </a:extLst>
              </a:tr>
              <a:tr h="1897076">
                <a:tc>
                  <a:txBody>
                    <a:bodyPr/>
                    <a:lstStyle/>
                    <a:p>
                      <a:r>
                        <a:rPr lang="en-US" sz="2800" dirty="0"/>
                        <a:t>Quarto:</a:t>
                      </a:r>
                    </a:p>
                    <a:p>
                      <a:r>
                        <a:rPr lang="en-US" sz="2800" dirty="0"/>
                        <a:t>Unifies plain language and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Git:</a:t>
                      </a:r>
                    </a:p>
                    <a:p>
                      <a:r>
                        <a:rPr lang="en-US" sz="2800" dirty="0"/>
                        <a:t>Tracks changes to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GitHub:</a:t>
                      </a:r>
                    </a:p>
                    <a:p>
                      <a:r>
                        <a:rPr lang="en-US" sz="2800" dirty="0"/>
                        <a:t>Hosts code </a:t>
                      </a:r>
                    </a:p>
                    <a:p>
                      <a:r>
                        <a:rPr lang="en-US" sz="2800" dirty="0"/>
                        <a:t>from git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974795"/>
                  </a:ext>
                </a:extLst>
              </a:tr>
            </a:tbl>
          </a:graphicData>
        </a:graphic>
      </p:graphicFrame>
      <p:sp>
        <p:nvSpPr>
          <p:cNvPr id="1128" name="TextBox 1127">
            <a:extLst>
              <a:ext uri="{FF2B5EF4-FFF2-40B4-BE49-F238E27FC236}">
                <a16:creationId xmlns:a16="http://schemas.microsoft.com/office/drawing/2014/main" id="{670A5621-DCAF-7F88-625C-770F098855C3}"/>
              </a:ext>
            </a:extLst>
          </p:cNvPr>
          <p:cNvSpPr txBox="1"/>
          <p:nvPr/>
        </p:nvSpPr>
        <p:spPr>
          <a:xfrm>
            <a:off x="801205" y="14607582"/>
            <a:ext cx="75507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4721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Technology for Reproducibility [3]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30" name="TextBox 1129">
            <a:extLst>
              <a:ext uri="{FF2B5EF4-FFF2-40B4-BE49-F238E27FC236}">
                <a16:creationId xmlns:a16="http://schemas.microsoft.com/office/drawing/2014/main" id="{28B825E9-C170-78F1-590D-27397408C28A}"/>
              </a:ext>
            </a:extLst>
          </p:cNvPr>
          <p:cNvSpPr txBox="1"/>
          <p:nvPr/>
        </p:nvSpPr>
        <p:spPr>
          <a:xfrm>
            <a:off x="740755" y="15295792"/>
            <a:ext cx="2694477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721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Teaching </a:t>
            </a:r>
          </a:p>
          <a:p>
            <a:pPr marL="0" marR="0" lvl="0" indent="0" algn="ctr" defTabSz="4721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</a:t>
            </a:r>
          </a:p>
          <a:p>
            <a:pPr marL="0" marR="0" lvl="0" indent="0" algn="ctr" defTabSz="4721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Practicing Reproducibility</a:t>
            </a:r>
          </a:p>
        </p:txBody>
      </p:sp>
      <p:sp>
        <p:nvSpPr>
          <p:cNvPr id="1131" name="Action Button: Go to Beginning 1130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217B796C-CC7F-3ECE-010F-7C10A4CB1197}"/>
              </a:ext>
            </a:extLst>
          </p:cNvPr>
          <p:cNvSpPr/>
          <p:nvPr/>
        </p:nvSpPr>
        <p:spPr>
          <a:xfrm>
            <a:off x="837781" y="13767838"/>
            <a:ext cx="666884" cy="606033"/>
          </a:xfrm>
          <a:prstGeom prst="actionButtonBeginning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19F7289-C188-1744-22EC-1F18F151E4A7}"/>
              </a:ext>
            </a:extLst>
          </p:cNvPr>
          <p:cNvSpPr txBox="1"/>
          <p:nvPr/>
        </p:nvSpPr>
        <p:spPr>
          <a:xfrm flipH="1">
            <a:off x="9231755" y="19888200"/>
            <a:ext cx="785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Lucida Sans" panose="020B0602030504020204" pitchFamily="34" charset="0"/>
              </a:rPr>
              <a:t>Lab Assignment</a:t>
            </a:r>
          </a:p>
        </p:txBody>
      </p:sp>
      <p:grpSp>
        <p:nvGrpSpPr>
          <p:cNvPr id="1145" name="Group 1144">
            <a:extLst>
              <a:ext uri="{FF2B5EF4-FFF2-40B4-BE49-F238E27FC236}">
                <a16:creationId xmlns:a16="http://schemas.microsoft.com/office/drawing/2014/main" id="{7E0D22EC-F600-33C3-9388-8FBE3372F5BA}"/>
              </a:ext>
            </a:extLst>
          </p:cNvPr>
          <p:cNvGrpSpPr/>
          <p:nvPr/>
        </p:nvGrpSpPr>
        <p:grpSpPr>
          <a:xfrm>
            <a:off x="9286953" y="20631281"/>
            <a:ext cx="8156447" cy="1463040"/>
            <a:chOff x="9510178" y="22981305"/>
            <a:chExt cx="8156447" cy="2454215"/>
          </a:xfrm>
        </p:grpSpPr>
        <p:sp>
          <p:nvSpPr>
            <p:cNvPr id="1140" name="Rectangle: Rounded Corners 1139">
              <a:extLst>
                <a:ext uri="{FF2B5EF4-FFF2-40B4-BE49-F238E27FC236}">
                  <a16:creationId xmlns:a16="http://schemas.microsoft.com/office/drawing/2014/main" id="{556F4EA1-4063-3A35-A166-349DBF2E7A63}"/>
                </a:ext>
              </a:extLst>
            </p:cNvPr>
            <p:cNvSpPr/>
            <p:nvPr/>
          </p:nvSpPr>
          <p:spPr>
            <a:xfrm>
              <a:off x="9619905" y="23161543"/>
              <a:ext cx="8046720" cy="2152326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9" name="Rectangle: Rounded Corners 1138">
              <a:extLst>
                <a:ext uri="{FF2B5EF4-FFF2-40B4-BE49-F238E27FC236}">
                  <a16:creationId xmlns:a16="http://schemas.microsoft.com/office/drawing/2014/main" id="{77A247FA-633F-FAE9-1BB5-2FD4E238B700}"/>
                </a:ext>
              </a:extLst>
            </p:cNvPr>
            <p:cNvSpPr/>
            <p:nvPr/>
          </p:nvSpPr>
          <p:spPr>
            <a:xfrm>
              <a:off x="9510178" y="22981305"/>
              <a:ext cx="2322575" cy="2454215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47" name="Group 1146">
            <a:extLst>
              <a:ext uri="{FF2B5EF4-FFF2-40B4-BE49-F238E27FC236}">
                <a16:creationId xmlns:a16="http://schemas.microsoft.com/office/drawing/2014/main" id="{4B4EE9BF-E95F-9931-AB64-551E70826A35}"/>
              </a:ext>
            </a:extLst>
          </p:cNvPr>
          <p:cNvGrpSpPr/>
          <p:nvPr/>
        </p:nvGrpSpPr>
        <p:grpSpPr>
          <a:xfrm>
            <a:off x="9286953" y="23813825"/>
            <a:ext cx="8154713" cy="1463040"/>
            <a:chOff x="9603672" y="22981305"/>
            <a:chExt cx="8154713" cy="2454215"/>
          </a:xfrm>
        </p:grpSpPr>
        <p:sp>
          <p:nvSpPr>
            <p:cNvPr id="1148" name="Rectangle: Rounded Corners 1147">
              <a:extLst>
                <a:ext uri="{FF2B5EF4-FFF2-40B4-BE49-F238E27FC236}">
                  <a16:creationId xmlns:a16="http://schemas.microsoft.com/office/drawing/2014/main" id="{E11BBA8D-D674-E209-7A6C-E4A065865461}"/>
                </a:ext>
              </a:extLst>
            </p:cNvPr>
            <p:cNvSpPr/>
            <p:nvPr/>
          </p:nvSpPr>
          <p:spPr>
            <a:xfrm>
              <a:off x="9714414" y="23170820"/>
              <a:ext cx="8043971" cy="2093266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9" name="Rectangle: Rounded Corners 1148">
              <a:extLst>
                <a:ext uri="{FF2B5EF4-FFF2-40B4-BE49-F238E27FC236}">
                  <a16:creationId xmlns:a16="http://schemas.microsoft.com/office/drawing/2014/main" id="{F117B11B-3753-BE56-7C50-78356B9D5E05}"/>
                </a:ext>
              </a:extLst>
            </p:cNvPr>
            <p:cNvSpPr/>
            <p:nvPr/>
          </p:nvSpPr>
          <p:spPr>
            <a:xfrm>
              <a:off x="9603672" y="22981305"/>
              <a:ext cx="2322575" cy="2454215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50" name="Group 1149">
            <a:extLst>
              <a:ext uri="{FF2B5EF4-FFF2-40B4-BE49-F238E27FC236}">
                <a16:creationId xmlns:a16="http://schemas.microsoft.com/office/drawing/2014/main" id="{E730AC03-38D1-1309-CCBE-BEB74E694B5A}"/>
              </a:ext>
            </a:extLst>
          </p:cNvPr>
          <p:cNvGrpSpPr/>
          <p:nvPr/>
        </p:nvGrpSpPr>
        <p:grpSpPr>
          <a:xfrm>
            <a:off x="9287031" y="22226167"/>
            <a:ext cx="8154635" cy="1463040"/>
            <a:chOff x="9531645" y="22981305"/>
            <a:chExt cx="8154635" cy="2454215"/>
          </a:xfrm>
        </p:grpSpPr>
        <p:sp>
          <p:nvSpPr>
            <p:cNvPr id="1151" name="Rectangle: Rounded Corners 1150">
              <a:extLst>
                <a:ext uri="{FF2B5EF4-FFF2-40B4-BE49-F238E27FC236}">
                  <a16:creationId xmlns:a16="http://schemas.microsoft.com/office/drawing/2014/main" id="{7C5D8A4B-A578-C4FD-A3D0-1E920316B510}"/>
                </a:ext>
              </a:extLst>
            </p:cNvPr>
            <p:cNvSpPr/>
            <p:nvPr/>
          </p:nvSpPr>
          <p:spPr>
            <a:xfrm>
              <a:off x="9639560" y="23168188"/>
              <a:ext cx="8046720" cy="215459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2" name="Rectangle: Rounded Corners 1151">
              <a:extLst>
                <a:ext uri="{FF2B5EF4-FFF2-40B4-BE49-F238E27FC236}">
                  <a16:creationId xmlns:a16="http://schemas.microsoft.com/office/drawing/2014/main" id="{282ECA9A-F4E4-35D6-D45D-37AFF0F4F9A9}"/>
                </a:ext>
              </a:extLst>
            </p:cNvPr>
            <p:cNvSpPr/>
            <p:nvPr/>
          </p:nvSpPr>
          <p:spPr>
            <a:xfrm>
              <a:off x="9531645" y="22981305"/>
              <a:ext cx="2322497" cy="245421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54" name="TextBox 1153">
            <a:extLst>
              <a:ext uri="{FF2B5EF4-FFF2-40B4-BE49-F238E27FC236}">
                <a16:creationId xmlns:a16="http://schemas.microsoft.com/office/drawing/2014/main" id="{AE6156CA-54F2-BF0A-9A31-6FB57CEC9D92}"/>
              </a:ext>
            </a:extLst>
          </p:cNvPr>
          <p:cNvSpPr txBox="1"/>
          <p:nvPr/>
        </p:nvSpPr>
        <p:spPr>
          <a:xfrm flipH="1">
            <a:off x="9680622" y="22690260"/>
            <a:ext cx="16815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Lucida Sans" panose="020B0602030504020204" pitchFamily="34" charset="0"/>
              </a:rPr>
              <a:t>Dataset</a:t>
            </a:r>
          </a:p>
        </p:txBody>
      </p:sp>
      <p:sp>
        <p:nvSpPr>
          <p:cNvPr id="1155" name="TextBox 1154">
            <a:extLst>
              <a:ext uri="{FF2B5EF4-FFF2-40B4-BE49-F238E27FC236}">
                <a16:creationId xmlns:a16="http://schemas.microsoft.com/office/drawing/2014/main" id="{FCF31EAD-B6EA-0A25-B203-4C9F898FA46F}"/>
              </a:ext>
            </a:extLst>
          </p:cNvPr>
          <p:cNvSpPr txBox="1"/>
          <p:nvPr/>
        </p:nvSpPr>
        <p:spPr>
          <a:xfrm flipH="1">
            <a:off x="9026148" y="24061445"/>
            <a:ext cx="28427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ucida Sans" panose="020B0602030504020204" pitchFamily="34" charset="0"/>
              </a:rPr>
              <a:t>Regression Model</a:t>
            </a:r>
          </a:p>
        </p:txBody>
      </p:sp>
      <p:sp>
        <p:nvSpPr>
          <p:cNvPr id="1157" name="TextBox 1156">
            <a:extLst>
              <a:ext uri="{FF2B5EF4-FFF2-40B4-BE49-F238E27FC236}">
                <a16:creationId xmlns:a16="http://schemas.microsoft.com/office/drawing/2014/main" id="{C1D48942-2563-8129-4C33-5078878E921F}"/>
              </a:ext>
            </a:extLst>
          </p:cNvPr>
          <p:cNvSpPr txBox="1"/>
          <p:nvPr/>
        </p:nvSpPr>
        <p:spPr>
          <a:xfrm flipH="1">
            <a:off x="11676888" y="22285625"/>
            <a:ext cx="56659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Lucida Sans" panose="020B0602030504020204" pitchFamily="34" charset="0"/>
              </a:rPr>
              <a:t>Used UCI Machine Learning Repository dataset of simulated mushroom physiology [5]  </a:t>
            </a:r>
          </a:p>
        </p:txBody>
      </p:sp>
      <p:sp>
        <p:nvSpPr>
          <p:cNvPr id="1159" name="TextBox 1158">
            <a:extLst>
              <a:ext uri="{FF2B5EF4-FFF2-40B4-BE49-F238E27FC236}">
                <a16:creationId xmlns:a16="http://schemas.microsoft.com/office/drawing/2014/main" id="{D4419106-A57D-9AA1-03A9-F5182FE05C90}"/>
              </a:ext>
            </a:extLst>
          </p:cNvPr>
          <p:cNvSpPr txBox="1"/>
          <p:nvPr/>
        </p:nvSpPr>
        <p:spPr>
          <a:xfrm flipH="1">
            <a:off x="11676888" y="23846000"/>
            <a:ext cx="56003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Lucida Sans" panose="020B0602030504020204" pitchFamily="34" charset="0"/>
              </a:rPr>
              <a:t>Employed logistic regression model to predict poisonous and edible mushrooms</a:t>
            </a:r>
          </a:p>
        </p:txBody>
      </p:sp>
      <p:sp>
        <p:nvSpPr>
          <p:cNvPr id="1167" name="Rectangle: Rounded Corners 1166">
            <a:extLst>
              <a:ext uri="{FF2B5EF4-FFF2-40B4-BE49-F238E27FC236}">
                <a16:creationId xmlns:a16="http://schemas.microsoft.com/office/drawing/2014/main" id="{96AF3F6C-EB2A-2F8F-281D-25982BA451E5}"/>
              </a:ext>
            </a:extLst>
          </p:cNvPr>
          <p:cNvSpPr/>
          <p:nvPr/>
        </p:nvSpPr>
        <p:spPr>
          <a:xfrm>
            <a:off x="9442078" y="25494107"/>
            <a:ext cx="8043971" cy="124786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8" name="Rectangle: Rounded Corners 1167">
            <a:extLst>
              <a:ext uri="{FF2B5EF4-FFF2-40B4-BE49-F238E27FC236}">
                <a16:creationId xmlns:a16="http://schemas.microsoft.com/office/drawing/2014/main" id="{BB2214FC-FA73-B3B3-79EB-F94F94DAC297}"/>
              </a:ext>
            </a:extLst>
          </p:cNvPr>
          <p:cNvSpPr/>
          <p:nvPr/>
        </p:nvSpPr>
        <p:spPr>
          <a:xfrm>
            <a:off x="9278373" y="25403543"/>
            <a:ext cx="2322575" cy="146304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73" name="Group 1172">
            <a:extLst>
              <a:ext uri="{FF2B5EF4-FFF2-40B4-BE49-F238E27FC236}">
                <a16:creationId xmlns:a16="http://schemas.microsoft.com/office/drawing/2014/main" id="{B99AE106-BC10-DA11-1CA1-BB315D20EEB4}"/>
              </a:ext>
            </a:extLst>
          </p:cNvPr>
          <p:cNvGrpSpPr/>
          <p:nvPr/>
        </p:nvGrpSpPr>
        <p:grpSpPr>
          <a:xfrm>
            <a:off x="9278373" y="26972363"/>
            <a:ext cx="8207676" cy="1463040"/>
            <a:chOff x="9278373" y="26994623"/>
            <a:chExt cx="8207676" cy="1463040"/>
          </a:xfrm>
        </p:grpSpPr>
        <p:sp>
          <p:nvSpPr>
            <p:cNvPr id="1171" name="Rectangle: Rounded Corners 1170">
              <a:extLst>
                <a:ext uri="{FF2B5EF4-FFF2-40B4-BE49-F238E27FC236}">
                  <a16:creationId xmlns:a16="http://schemas.microsoft.com/office/drawing/2014/main" id="{4489908E-5F07-8760-14C6-CC3BF815FE79}"/>
                </a:ext>
              </a:extLst>
            </p:cNvPr>
            <p:cNvSpPr/>
            <p:nvPr/>
          </p:nvSpPr>
          <p:spPr>
            <a:xfrm>
              <a:off x="9442078" y="27085187"/>
              <a:ext cx="8043971" cy="1247866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2" name="Rectangle: Rounded Corners 1171">
              <a:extLst>
                <a:ext uri="{FF2B5EF4-FFF2-40B4-BE49-F238E27FC236}">
                  <a16:creationId xmlns:a16="http://schemas.microsoft.com/office/drawing/2014/main" id="{AD5CE63C-CFA9-4BA2-8227-AE32D6CB8612}"/>
                </a:ext>
              </a:extLst>
            </p:cNvPr>
            <p:cNvSpPr/>
            <p:nvPr/>
          </p:nvSpPr>
          <p:spPr>
            <a:xfrm>
              <a:off x="9278373" y="26994623"/>
              <a:ext cx="2322575" cy="146304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56" name="TextBox 1155">
            <a:extLst>
              <a:ext uri="{FF2B5EF4-FFF2-40B4-BE49-F238E27FC236}">
                <a16:creationId xmlns:a16="http://schemas.microsoft.com/office/drawing/2014/main" id="{A60E215F-898E-F329-ECEF-CEA03C49662B}"/>
              </a:ext>
            </a:extLst>
          </p:cNvPr>
          <p:cNvSpPr txBox="1"/>
          <p:nvPr/>
        </p:nvSpPr>
        <p:spPr>
          <a:xfrm flipH="1">
            <a:off x="9522255" y="25857967"/>
            <a:ext cx="17882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Lucida Sans" panose="020B0602030504020204" pitchFamily="34" charset="0"/>
              </a:rPr>
              <a:t>Exercises</a:t>
            </a:r>
          </a:p>
        </p:txBody>
      </p:sp>
      <p:sp>
        <p:nvSpPr>
          <p:cNvPr id="1161" name="TextBox 1160">
            <a:extLst>
              <a:ext uri="{FF2B5EF4-FFF2-40B4-BE49-F238E27FC236}">
                <a16:creationId xmlns:a16="http://schemas.microsoft.com/office/drawing/2014/main" id="{EB3EB0F6-E219-2297-B32E-789E087C4005}"/>
              </a:ext>
            </a:extLst>
          </p:cNvPr>
          <p:cNvSpPr txBox="1"/>
          <p:nvPr/>
        </p:nvSpPr>
        <p:spPr>
          <a:xfrm flipH="1">
            <a:off x="11676888" y="25424166"/>
            <a:ext cx="56003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Lucida Sans" panose="020B0602030504020204" pitchFamily="34" charset="0"/>
              </a:rPr>
              <a:t>Created lab exercises using reproducibility challenges from Coral Study [1] and workflow</a:t>
            </a:r>
          </a:p>
        </p:txBody>
      </p:sp>
      <p:sp>
        <p:nvSpPr>
          <p:cNvPr id="1174" name="TextBox 1173">
            <a:extLst>
              <a:ext uri="{FF2B5EF4-FFF2-40B4-BE49-F238E27FC236}">
                <a16:creationId xmlns:a16="http://schemas.microsoft.com/office/drawing/2014/main" id="{66FC3994-4378-65E2-A05E-46838D408343}"/>
              </a:ext>
            </a:extLst>
          </p:cNvPr>
          <p:cNvSpPr txBox="1"/>
          <p:nvPr/>
        </p:nvSpPr>
        <p:spPr>
          <a:xfrm flipH="1">
            <a:off x="9718666" y="21083535"/>
            <a:ext cx="1643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Lucida Sans" panose="020B0602030504020204" pitchFamily="34" charset="0"/>
              </a:rPr>
              <a:t>Journal</a:t>
            </a:r>
          </a:p>
        </p:txBody>
      </p:sp>
      <p:sp>
        <p:nvSpPr>
          <p:cNvPr id="1175" name="TextBox 1174">
            <a:extLst>
              <a:ext uri="{FF2B5EF4-FFF2-40B4-BE49-F238E27FC236}">
                <a16:creationId xmlns:a16="http://schemas.microsoft.com/office/drawing/2014/main" id="{CC9434E5-A166-21FD-55E1-6B328ACEE6B0}"/>
              </a:ext>
            </a:extLst>
          </p:cNvPr>
          <p:cNvSpPr txBox="1"/>
          <p:nvPr/>
        </p:nvSpPr>
        <p:spPr>
          <a:xfrm flipH="1">
            <a:off x="11676888" y="20668785"/>
            <a:ext cx="56659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Lucida Sans" panose="020B0602030504020204" pitchFamily="34" charset="0"/>
              </a:rPr>
              <a:t>Designed Quarto environment as journal for reproducibility challenges and workflow fixes</a:t>
            </a:r>
          </a:p>
        </p:txBody>
      </p:sp>
      <p:sp>
        <p:nvSpPr>
          <p:cNvPr id="1176" name="TextBox 1175">
            <a:extLst>
              <a:ext uri="{FF2B5EF4-FFF2-40B4-BE49-F238E27FC236}">
                <a16:creationId xmlns:a16="http://schemas.microsoft.com/office/drawing/2014/main" id="{A53E5A9E-6888-327B-3318-F6947E3A3B8E}"/>
              </a:ext>
            </a:extLst>
          </p:cNvPr>
          <p:cNvSpPr txBox="1"/>
          <p:nvPr/>
        </p:nvSpPr>
        <p:spPr>
          <a:xfrm flipH="1">
            <a:off x="9807387" y="27399239"/>
            <a:ext cx="17882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Lucida Sans" panose="020B0602030504020204" pitchFamily="34" charset="0"/>
              </a:rPr>
              <a:t>Goals</a:t>
            </a:r>
          </a:p>
        </p:txBody>
      </p:sp>
      <p:sp>
        <p:nvSpPr>
          <p:cNvPr id="1177" name="TextBox 1176">
            <a:extLst>
              <a:ext uri="{FF2B5EF4-FFF2-40B4-BE49-F238E27FC236}">
                <a16:creationId xmlns:a16="http://schemas.microsoft.com/office/drawing/2014/main" id="{69FDC3F2-AF3D-B7FD-D278-D707E40578CB}"/>
              </a:ext>
            </a:extLst>
          </p:cNvPr>
          <p:cNvSpPr txBox="1"/>
          <p:nvPr/>
        </p:nvSpPr>
        <p:spPr>
          <a:xfrm flipH="1">
            <a:off x="11679971" y="26976329"/>
            <a:ext cx="56003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Lucida Sans" panose="020B0602030504020204" pitchFamily="34" charset="0"/>
              </a:rPr>
              <a:t>Internalize workflow and improve reproducibility in all future work</a:t>
            </a:r>
          </a:p>
        </p:txBody>
      </p:sp>
      <p:sp>
        <p:nvSpPr>
          <p:cNvPr id="1178" name="TextBox 1177">
            <a:extLst>
              <a:ext uri="{FF2B5EF4-FFF2-40B4-BE49-F238E27FC236}">
                <a16:creationId xmlns:a16="http://schemas.microsoft.com/office/drawing/2014/main" id="{D47F9A91-6791-02C2-42DD-2D9F36D11631}"/>
              </a:ext>
            </a:extLst>
          </p:cNvPr>
          <p:cNvSpPr txBox="1"/>
          <p:nvPr/>
        </p:nvSpPr>
        <p:spPr>
          <a:xfrm flipH="1">
            <a:off x="804672" y="19883807"/>
            <a:ext cx="5600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Lucida Sans" panose="020B0602030504020204" pitchFamily="34" charset="0"/>
              </a:rPr>
              <a:t>Reproducing Coral Study</a:t>
            </a:r>
          </a:p>
        </p:txBody>
      </p:sp>
      <p:sp>
        <p:nvSpPr>
          <p:cNvPr id="1181" name="Rectangle: Rounded Corners 1180">
            <a:extLst>
              <a:ext uri="{FF2B5EF4-FFF2-40B4-BE49-F238E27FC236}">
                <a16:creationId xmlns:a16="http://schemas.microsoft.com/office/drawing/2014/main" id="{6A14D9CA-A5BA-F3D1-BE38-FAB63ECCD6E9}"/>
              </a:ext>
            </a:extLst>
          </p:cNvPr>
          <p:cNvSpPr/>
          <p:nvPr/>
        </p:nvSpPr>
        <p:spPr>
          <a:xfrm>
            <a:off x="1034319" y="20606767"/>
            <a:ext cx="3481276" cy="146304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83" name="TextBox 1182">
            <a:extLst>
              <a:ext uri="{FF2B5EF4-FFF2-40B4-BE49-F238E27FC236}">
                <a16:creationId xmlns:a16="http://schemas.microsoft.com/office/drawing/2014/main" id="{E9AFFB1C-1B01-4736-4BFD-17BC40F11EA7}"/>
              </a:ext>
            </a:extLst>
          </p:cNvPr>
          <p:cNvSpPr txBox="1"/>
          <p:nvPr/>
        </p:nvSpPr>
        <p:spPr>
          <a:xfrm flipH="1">
            <a:off x="1014984" y="20630013"/>
            <a:ext cx="35570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Lucida Sans" panose="020B0602030504020204" pitchFamily="34" charset="0"/>
              </a:rPr>
              <a:t>Cloned GitHub Repository of [1] to local environment</a:t>
            </a:r>
          </a:p>
        </p:txBody>
      </p:sp>
      <p:sp>
        <p:nvSpPr>
          <p:cNvPr id="1184" name="Rectangle: Rounded Corners 1183">
            <a:extLst>
              <a:ext uri="{FF2B5EF4-FFF2-40B4-BE49-F238E27FC236}">
                <a16:creationId xmlns:a16="http://schemas.microsoft.com/office/drawing/2014/main" id="{F05DCF5E-CDA1-7FDE-161F-6CF9935BAE3F}"/>
              </a:ext>
            </a:extLst>
          </p:cNvPr>
          <p:cNvSpPr/>
          <p:nvPr/>
        </p:nvSpPr>
        <p:spPr>
          <a:xfrm>
            <a:off x="4648200" y="20595994"/>
            <a:ext cx="4038600" cy="146304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87" name="TextBox 1186">
            <a:extLst>
              <a:ext uri="{FF2B5EF4-FFF2-40B4-BE49-F238E27FC236}">
                <a16:creationId xmlns:a16="http://schemas.microsoft.com/office/drawing/2014/main" id="{71CCABB7-443B-91A6-1222-0B65F7634CEB}"/>
              </a:ext>
            </a:extLst>
          </p:cNvPr>
          <p:cNvSpPr txBox="1"/>
          <p:nvPr/>
        </p:nvSpPr>
        <p:spPr>
          <a:xfrm flipH="1">
            <a:off x="4724097" y="20606521"/>
            <a:ext cx="3810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Lucida Sans" panose="020B0602030504020204" pitchFamily="34" charset="0"/>
              </a:rPr>
              <a:t>Created project in RStudio (Quarto) and repository in GitHub</a:t>
            </a:r>
          </a:p>
        </p:txBody>
      </p:sp>
      <p:cxnSp>
        <p:nvCxnSpPr>
          <p:cNvPr id="1189" name="Straight Connector 1188">
            <a:extLst>
              <a:ext uri="{FF2B5EF4-FFF2-40B4-BE49-F238E27FC236}">
                <a16:creationId xmlns:a16="http://schemas.microsoft.com/office/drawing/2014/main" id="{DC79D25A-B639-C9B1-9CB2-37676F032051}"/>
              </a:ext>
            </a:extLst>
          </p:cNvPr>
          <p:cNvCxnSpPr>
            <a:cxnSpLocks/>
          </p:cNvCxnSpPr>
          <p:nvPr/>
        </p:nvCxnSpPr>
        <p:spPr>
          <a:xfrm>
            <a:off x="8975856" y="20592301"/>
            <a:ext cx="0" cy="7865839"/>
          </a:xfrm>
          <a:prstGeom prst="line">
            <a:avLst/>
          </a:prstGeom>
          <a:ln w="635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92" name="Group 1191">
            <a:extLst>
              <a:ext uri="{FF2B5EF4-FFF2-40B4-BE49-F238E27FC236}">
                <a16:creationId xmlns:a16="http://schemas.microsoft.com/office/drawing/2014/main" id="{888E6B9D-6693-3E12-C1B9-9D99FE8A63A7}"/>
              </a:ext>
            </a:extLst>
          </p:cNvPr>
          <p:cNvGrpSpPr/>
          <p:nvPr/>
        </p:nvGrpSpPr>
        <p:grpSpPr>
          <a:xfrm>
            <a:off x="1014984" y="22231431"/>
            <a:ext cx="4205198" cy="1463040"/>
            <a:chOff x="1814602" y="22474334"/>
            <a:chExt cx="4205198" cy="1463040"/>
          </a:xfrm>
        </p:grpSpPr>
        <p:sp>
          <p:nvSpPr>
            <p:cNvPr id="1190" name="Rectangle: Rounded Corners 1189">
              <a:extLst>
                <a:ext uri="{FF2B5EF4-FFF2-40B4-BE49-F238E27FC236}">
                  <a16:creationId xmlns:a16="http://schemas.microsoft.com/office/drawing/2014/main" id="{E3EC8D77-2D48-EFC4-6D53-8C668287199B}"/>
                </a:ext>
              </a:extLst>
            </p:cNvPr>
            <p:cNvSpPr/>
            <p:nvPr/>
          </p:nvSpPr>
          <p:spPr>
            <a:xfrm>
              <a:off x="1833937" y="22474334"/>
              <a:ext cx="4185863" cy="146304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1" name="TextBox 1190">
              <a:extLst>
                <a:ext uri="{FF2B5EF4-FFF2-40B4-BE49-F238E27FC236}">
                  <a16:creationId xmlns:a16="http://schemas.microsoft.com/office/drawing/2014/main" id="{0DF94C9F-9219-5CE8-0CEF-422FE8EE5EAD}"/>
                </a:ext>
              </a:extLst>
            </p:cNvPr>
            <p:cNvSpPr txBox="1"/>
            <p:nvPr/>
          </p:nvSpPr>
          <p:spPr>
            <a:xfrm flipH="1">
              <a:off x="1814602" y="22521855"/>
              <a:ext cx="40899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800" dirty="0">
                  <a:latin typeface="Lucida Sans" panose="020B0602030504020204" pitchFamily="34" charset="0"/>
                </a:rPr>
                <a:t>Modified manuscript of [1] to serve as a reproducibility journal</a:t>
              </a:r>
            </a:p>
          </p:txBody>
        </p:sp>
      </p:grpSp>
      <p:grpSp>
        <p:nvGrpSpPr>
          <p:cNvPr id="1208" name="Group 1207">
            <a:extLst>
              <a:ext uri="{FF2B5EF4-FFF2-40B4-BE49-F238E27FC236}">
                <a16:creationId xmlns:a16="http://schemas.microsoft.com/office/drawing/2014/main" id="{BE68BE28-65C1-6B70-79CF-0B708476B998}"/>
              </a:ext>
            </a:extLst>
          </p:cNvPr>
          <p:cNvGrpSpPr/>
          <p:nvPr/>
        </p:nvGrpSpPr>
        <p:grpSpPr>
          <a:xfrm>
            <a:off x="5264868" y="22231431"/>
            <a:ext cx="3421931" cy="1463040"/>
            <a:chOff x="5405518" y="22231431"/>
            <a:chExt cx="3121510" cy="1463040"/>
          </a:xfrm>
        </p:grpSpPr>
        <p:sp>
          <p:nvSpPr>
            <p:cNvPr id="1193" name="Rectangle: Rounded Corners 1192">
              <a:extLst>
                <a:ext uri="{FF2B5EF4-FFF2-40B4-BE49-F238E27FC236}">
                  <a16:creationId xmlns:a16="http://schemas.microsoft.com/office/drawing/2014/main" id="{D62231A5-A567-0211-F3BD-107B2F1F6748}"/>
                </a:ext>
              </a:extLst>
            </p:cNvPr>
            <p:cNvSpPr/>
            <p:nvPr/>
          </p:nvSpPr>
          <p:spPr>
            <a:xfrm>
              <a:off x="5486400" y="22231431"/>
              <a:ext cx="3040628" cy="146304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5" name="TextBox 1194">
              <a:extLst>
                <a:ext uri="{FF2B5EF4-FFF2-40B4-BE49-F238E27FC236}">
                  <a16:creationId xmlns:a16="http://schemas.microsoft.com/office/drawing/2014/main" id="{323D9EEB-F5FC-1361-529B-88CF98ED3C11}"/>
                </a:ext>
              </a:extLst>
            </p:cNvPr>
            <p:cNvSpPr txBox="1"/>
            <p:nvPr/>
          </p:nvSpPr>
          <p:spPr>
            <a:xfrm flipH="1">
              <a:off x="5405518" y="22501068"/>
              <a:ext cx="305844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800" dirty="0">
                  <a:latin typeface="Lucida Sans" panose="020B0602030504020204" pitchFamily="34" charset="0"/>
                </a:rPr>
                <a:t>Downloaded and loaded  packages</a:t>
              </a:r>
            </a:p>
          </p:txBody>
        </p:sp>
      </p:grpSp>
      <p:sp>
        <p:nvSpPr>
          <p:cNvPr id="1196" name="Rectangle: Rounded Corners 1195">
            <a:extLst>
              <a:ext uri="{FF2B5EF4-FFF2-40B4-BE49-F238E27FC236}">
                <a16:creationId xmlns:a16="http://schemas.microsoft.com/office/drawing/2014/main" id="{5ABAB7B6-A733-316A-4447-5D6C494F5281}"/>
              </a:ext>
            </a:extLst>
          </p:cNvPr>
          <p:cNvSpPr/>
          <p:nvPr/>
        </p:nvSpPr>
        <p:spPr>
          <a:xfrm>
            <a:off x="1034319" y="23810976"/>
            <a:ext cx="2404380" cy="146304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7" name="Rectangle: Rounded Corners 1196">
            <a:extLst>
              <a:ext uri="{FF2B5EF4-FFF2-40B4-BE49-F238E27FC236}">
                <a16:creationId xmlns:a16="http://schemas.microsoft.com/office/drawing/2014/main" id="{E2305894-3C4E-22E2-31AD-4A339960A5C1}"/>
              </a:ext>
            </a:extLst>
          </p:cNvPr>
          <p:cNvSpPr/>
          <p:nvPr/>
        </p:nvSpPr>
        <p:spPr>
          <a:xfrm>
            <a:off x="3581400" y="23810976"/>
            <a:ext cx="5105399" cy="146304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7" name="TextBox 1206">
            <a:extLst>
              <a:ext uri="{FF2B5EF4-FFF2-40B4-BE49-F238E27FC236}">
                <a16:creationId xmlns:a16="http://schemas.microsoft.com/office/drawing/2014/main" id="{6E33656B-0C8D-D55F-71A7-030EF1099679}"/>
              </a:ext>
            </a:extLst>
          </p:cNvPr>
          <p:cNvSpPr txBox="1"/>
          <p:nvPr/>
        </p:nvSpPr>
        <p:spPr>
          <a:xfrm flipH="1">
            <a:off x="1014984" y="23864873"/>
            <a:ext cx="23416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Lucida Sans" panose="020B0602030504020204" pitchFamily="34" charset="0"/>
              </a:rPr>
              <a:t>Ran Original Manuscript Code</a:t>
            </a:r>
          </a:p>
        </p:txBody>
      </p:sp>
      <p:sp>
        <p:nvSpPr>
          <p:cNvPr id="1209" name="TextBox 1208">
            <a:extLst>
              <a:ext uri="{FF2B5EF4-FFF2-40B4-BE49-F238E27FC236}">
                <a16:creationId xmlns:a16="http://schemas.microsoft.com/office/drawing/2014/main" id="{525DA2E2-F402-F26C-CC66-7E00D113B6A6}"/>
              </a:ext>
            </a:extLst>
          </p:cNvPr>
          <p:cNvSpPr txBox="1"/>
          <p:nvPr/>
        </p:nvSpPr>
        <p:spPr>
          <a:xfrm flipH="1">
            <a:off x="3664259" y="23846000"/>
            <a:ext cx="48627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Lucida Sans" panose="020B0602030504020204" pitchFamily="34" charset="0"/>
              </a:rPr>
              <a:t>Documented all errors and code chunks where figures or tables did not match</a:t>
            </a:r>
          </a:p>
        </p:txBody>
      </p:sp>
      <p:sp>
        <p:nvSpPr>
          <p:cNvPr id="1210" name="Rectangle: Rounded Corners 1209">
            <a:extLst>
              <a:ext uri="{FF2B5EF4-FFF2-40B4-BE49-F238E27FC236}">
                <a16:creationId xmlns:a16="http://schemas.microsoft.com/office/drawing/2014/main" id="{A83B2D62-3D3E-259C-913D-D4C0B95DCD9A}"/>
              </a:ext>
            </a:extLst>
          </p:cNvPr>
          <p:cNvSpPr/>
          <p:nvPr/>
        </p:nvSpPr>
        <p:spPr>
          <a:xfrm>
            <a:off x="6334548" y="25402032"/>
            <a:ext cx="2352252" cy="146304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1" name="Rectangle: Rounded Corners 1210">
            <a:extLst>
              <a:ext uri="{FF2B5EF4-FFF2-40B4-BE49-F238E27FC236}">
                <a16:creationId xmlns:a16="http://schemas.microsoft.com/office/drawing/2014/main" id="{902DF224-8633-F4ED-CE90-2AD8C607E229}"/>
              </a:ext>
            </a:extLst>
          </p:cNvPr>
          <p:cNvSpPr/>
          <p:nvPr/>
        </p:nvSpPr>
        <p:spPr>
          <a:xfrm>
            <a:off x="1034321" y="25403543"/>
            <a:ext cx="5137879" cy="146304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2" name="TextBox 1211">
            <a:extLst>
              <a:ext uri="{FF2B5EF4-FFF2-40B4-BE49-F238E27FC236}">
                <a16:creationId xmlns:a16="http://schemas.microsoft.com/office/drawing/2014/main" id="{1CE4D1C8-5ACF-4271-D63B-7F15BD83DE8C}"/>
              </a:ext>
            </a:extLst>
          </p:cNvPr>
          <p:cNvSpPr txBox="1"/>
          <p:nvPr/>
        </p:nvSpPr>
        <p:spPr>
          <a:xfrm flipH="1">
            <a:off x="1165164" y="25464160"/>
            <a:ext cx="48546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Lucida Sans" panose="020B0602030504020204" pitchFamily="34" charset="0"/>
              </a:rPr>
              <a:t>Resolved errors and figure inconsistencies until fully reproduced</a:t>
            </a:r>
          </a:p>
        </p:txBody>
      </p:sp>
      <p:sp>
        <p:nvSpPr>
          <p:cNvPr id="1213" name="TextBox 1212">
            <a:extLst>
              <a:ext uri="{FF2B5EF4-FFF2-40B4-BE49-F238E27FC236}">
                <a16:creationId xmlns:a16="http://schemas.microsoft.com/office/drawing/2014/main" id="{AC0B3649-026F-2B5A-9A92-611D4DDD94C3}"/>
              </a:ext>
            </a:extLst>
          </p:cNvPr>
          <p:cNvSpPr txBox="1"/>
          <p:nvPr/>
        </p:nvSpPr>
        <p:spPr>
          <a:xfrm flipH="1">
            <a:off x="6400799" y="25481588"/>
            <a:ext cx="21548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Lucida Sans" panose="020B0602030504020204" pitchFamily="34" charset="0"/>
              </a:rPr>
              <a:t>Tracked fixes and success</a:t>
            </a:r>
          </a:p>
        </p:txBody>
      </p:sp>
      <p:sp>
        <p:nvSpPr>
          <p:cNvPr id="1214" name="Rectangle: Rounded Corners 1213">
            <a:extLst>
              <a:ext uri="{FF2B5EF4-FFF2-40B4-BE49-F238E27FC236}">
                <a16:creationId xmlns:a16="http://schemas.microsoft.com/office/drawing/2014/main" id="{906CE20F-535E-40F7-35AC-A5EBD1EC3E48}"/>
              </a:ext>
            </a:extLst>
          </p:cNvPr>
          <p:cNvSpPr/>
          <p:nvPr/>
        </p:nvSpPr>
        <p:spPr>
          <a:xfrm>
            <a:off x="1034321" y="26974800"/>
            <a:ext cx="7652479" cy="146304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5EF8612-CF25-7EF9-EB1B-73D15375E0CB}"/>
              </a:ext>
            </a:extLst>
          </p:cNvPr>
          <p:cNvSpPr txBox="1"/>
          <p:nvPr/>
        </p:nvSpPr>
        <p:spPr>
          <a:xfrm flipH="1">
            <a:off x="1034320" y="26989484"/>
            <a:ext cx="765247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Lucida Sans" panose="020B0602030504020204" pitchFamily="34" charset="0"/>
              </a:rPr>
              <a:t>Developed reproducible workflow based on the successes of the study and the challenges faced in reproducibility review</a:t>
            </a:r>
          </a:p>
        </p:txBody>
      </p:sp>
      <p:cxnSp>
        <p:nvCxnSpPr>
          <p:cNvPr id="1217" name="Connector: Elbow 1216">
            <a:extLst>
              <a:ext uri="{FF2B5EF4-FFF2-40B4-BE49-F238E27FC236}">
                <a16:creationId xmlns:a16="http://schemas.microsoft.com/office/drawing/2014/main" id="{E967E20C-F8C3-8644-E75B-92E700DDD9A5}"/>
              </a:ext>
            </a:extLst>
          </p:cNvPr>
          <p:cNvCxnSpPr>
            <a:stCxn id="82" idx="1"/>
            <a:endCxn id="1168" idx="1"/>
          </p:cNvCxnSpPr>
          <p:nvPr/>
        </p:nvCxnSpPr>
        <p:spPr>
          <a:xfrm flipV="1">
            <a:off x="8686799" y="26135063"/>
            <a:ext cx="591574" cy="1546919"/>
          </a:xfrm>
          <a:prstGeom prst="bentConnector3">
            <a:avLst/>
          </a:prstGeom>
          <a:ln w="635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3" name="Connector: Elbow 1222">
            <a:extLst>
              <a:ext uri="{FF2B5EF4-FFF2-40B4-BE49-F238E27FC236}">
                <a16:creationId xmlns:a16="http://schemas.microsoft.com/office/drawing/2014/main" id="{4E998805-92FD-5D6F-7BAD-A3A77802C486}"/>
              </a:ext>
            </a:extLst>
          </p:cNvPr>
          <p:cNvCxnSpPr>
            <a:cxnSpLocks/>
            <a:stCxn id="1197" idx="3"/>
            <a:endCxn id="1168" idx="1"/>
          </p:cNvCxnSpPr>
          <p:nvPr/>
        </p:nvCxnSpPr>
        <p:spPr>
          <a:xfrm>
            <a:off x="8686799" y="24542496"/>
            <a:ext cx="591574" cy="1592567"/>
          </a:xfrm>
          <a:prstGeom prst="bentConnector3">
            <a:avLst/>
          </a:prstGeom>
          <a:ln w="635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9" name="Straight Arrow Connector 1218">
            <a:extLst>
              <a:ext uri="{FF2B5EF4-FFF2-40B4-BE49-F238E27FC236}">
                <a16:creationId xmlns:a16="http://schemas.microsoft.com/office/drawing/2014/main" id="{4ABAB1CB-9947-3A26-0D51-24A07E386466}"/>
              </a:ext>
            </a:extLst>
          </p:cNvPr>
          <p:cNvCxnSpPr>
            <a:cxnSpLocks/>
            <a:endCxn id="1168" idx="1"/>
          </p:cNvCxnSpPr>
          <p:nvPr/>
        </p:nvCxnSpPr>
        <p:spPr>
          <a:xfrm>
            <a:off x="8686800" y="26135063"/>
            <a:ext cx="591573" cy="0"/>
          </a:xfrm>
          <a:prstGeom prst="straightConnector1">
            <a:avLst/>
          </a:prstGeom>
          <a:ln w="635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5" name="Straight Connector 1244">
            <a:extLst>
              <a:ext uri="{FF2B5EF4-FFF2-40B4-BE49-F238E27FC236}">
                <a16:creationId xmlns:a16="http://schemas.microsoft.com/office/drawing/2014/main" id="{398B0B5D-49C8-DF7D-53F2-C838C7A2D9B5}"/>
              </a:ext>
            </a:extLst>
          </p:cNvPr>
          <p:cNvCxnSpPr>
            <a:cxnSpLocks/>
          </p:cNvCxnSpPr>
          <p:nvPr/>
        </p:nvCxnSpPr>
        <p:spPr>
          <a:xfrm>
            <a:off x="19042534" y="11714358"/>
            <a:ext cx="11438908" cy="0"/>
          </a:xfrm>
          <a:prstGeom prst="line">
            <a:avLst/>
          </a:prstGeom>
          <a:ln w="635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94" name="TextBox 1293">
            <a:extLst>
              <a:ext uri="{FF2B5EF4-FFF2-40B4-BE49-F238E27FC236}">
                <a16:creationId xmlns:a16="http://schemas.microsoft.com/office/drawing/2014/main" id="{DCEE529E-7C5B-7C55-8FD4-F17440628C2B}"/>
              </a:ext>
            </a:extLst>
          </p:cNvPr>
          <p:cNvSpPr txBox="1"/>
          <p:nvPr/>
        </p:nvSpPr>
        <p:spPr>
          <a:xfrm>
            <a:off x="19173322" y="19771489"/>
            <a:ext cx="113596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Lucida Sans" panose="020B0602030504020204" pitchFamily="34" charset="0"/>
              </a:rPr>
              <a:t>2. Provides an overview of the errors encountered and fixes made in the reproducibility review</a:t>
            </a:r>
          </a:p>
        </p:txBody>
      </p:sp>
      <p:sp>
        <p:nvSpPr>
          <p:cNvPr id="1295" name="Action Button: Go to Beginning 1294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705FCBE6-F4AC-1B92-A7D6-F2873E3F2B5A}"/>
              </a:ext>
            </a:extLst>
          </p:cNvPr>
          <p:cNvSpPr/>
          <p:nvPr/>
        </p:nvSpPr>
        <p:spPr>
          <a:xfrm>
            <a:off x="18736056" y="21322279"/>
            <a:ext cx="618899" cy="606033"/>
          </a:xfrm>
          <a:prstGeom prst="actionButtonBeginning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6" name="TextBox 1315">
            <a:extLst>
              <a:ext uri="{FF2B5EF4-FFF2-40B4-BE49-F238E27FC236}">
                <a16:creationId xmlns:a16="http://schemas.microsoft.com/office/drawing/2014/main" id="{3A58406A-3353-D9DA-4370-CEDAC4C876A4}"/>
              </a:ext>
            </a:extLst>
          </p:cNvPr>
          <p:cNvSpPr txBox="1"/>
          <p:nvPr/>
        </p:nvSpPr>
        <p:spPr>
          <a:xfrm>
            <a:off x="32184377" y="17484086"/>
            <a:ext cx="108306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4721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3. Workflow for reproducible research as used to create lab exercises</a:t>
            </a:r>
          </a:p>
        </p:txBody>
      </p:sp>
      <p:pic>
        <p:nvPicPr>
          <p:cNvPr id="1319" name="Picture 1318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F2950217-1F31-9790-85B7-8923093A2E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0632" y="30166056"/>
            <a:ext cx="2658763" cy="2658763"/>
          </a:xfrm>
          <a:prstGeom prst="rect">
            <a:avLst/>
          </a:prstGeom>
        </p:spPr>
      </p:pic>
      <p:pic>
        <p:nvPicPr>
          <p:cNvPr id="1321" name="Picture 1320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7D1FC51F-7B47-CDFA-FD0F-9EAB0BA513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9704" y="30166056"/>
            <a:ext cx="2660904" cy="2660904"/>
          </a:xfrm>
          <a:prstGeom prst="rect">
            <a:avLst/>
          </a:prstGeom>
        </p:spPr>
      </p:pic>
      <p:sp>
        <p:nvSpPr>
          <p:cNvPr id="1317" name="TextBox 1316">
            <a:extLst>
              <a:ext uri="{FF2B5EF4-FFF2-40B4-BE49-F238E27FC236}">
                <a16:creationId xmlns:a16="http://schemas.microsoft.com/office/drawing/2014/main" id="{79ED2AD6-CF85-4998-5892-8A7C5AD96D88}"/>
              </a:ext>
            </a:extLst>
          </p:cNvPr>
          <p:cNvSpPr txBox="1"/>
          <p:nvPr/>
        </p:nvSpPr>
        <p:spPr>
          <a:xfrm>
            <a:off x="25669193" y="29343096"/>
            <a:ext cx="9043666" cy="1220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86" b="1" dirty="0">
                <a:solidFill>
                  <a:schemeClr val="accent1">
                    <a:lumMod val="50000"/>
                  </a:schemeClr>
                </a:solidFill>
                <a:latin typeface="Lucida Sans" panose="020B0602030504020204" pitchFamily="34" charset="0"/>
                <a:cs typeface="Arial" panose="020B0604020202020204" pitchFamily="34" charset="0"/>
              </a:rPr>
              <a:t>Repositories</a:t>
            </a:r>
          </a:p>
          <a:p>
            <a:pPr>
              <a:lnSpc>
                <a:spcPct val="150000"/>
              </a:lnSpc>
            </a:pPr>
            <a:r>
              <a:rPr lang="en-US" sz="2057" dirty="0">
                <a:latin typeface="Arial" panose="020B0604020202020204" pitchFamily="34" charset="0"/>
                <a:cs typeface="Arial" panose="020B0604020202020204" pitchFamily="34" charset="0"/>
              </a:rPr>
              <a:t> Reproducing Paper              Lab Exercises</a:t>
            </a:r>
          </a:p>
        </p:txBody>
      </p:sp>
      <p:sp>
        <p:nvSpPr>
          <p:cNvPr id="1324" name="Rectangle 1323">
            <a:extLst>
              <a:ext uri="{FF2B5EF4-FFF2-40B4-BE49-F238E27FC236}">
                <a16:creationId xmlns:a16="http://schemas.microsoft.com/office/drawing/2014/main" id="{A076A0FF-0F23-7DFD-722E-B77933ACB2AF}"/>
              </a:ext>
            </a:extLst>
          </p:cNvPr>
          <p:cNvSpPr/>
          <p:nvPr/>
        </p:nvSpPr>
        <p:spPr>
          <a:xfrm>
            <a:off x="38633400" y="13386587"/>
            <a:ext cx="4226521" cy="75597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Create ReadMe file with individual file descriptions</a:t>
            </a:r>
          </a:p>
        </p:txBody>
      </p:sp>
      <p:pic>
        <p:nvPicPr>
          <p:cNvPr id="1334" name="Picture 1333" descr="A blue gear with arrows around it&#10;&#10;AI-generated content may be incorrect.">
            <a:extLst>
              <a:ext uri="{FF2B5EF4-FFF2-40B4-BE49-F238E27FC236}">
                <a16:creationId xmlns:a16="http://schemas.microsoft.com/office/drawing/2014/main" id="{3DF6928E-C950-ECFC-6340-43D2D7C83D9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78617" y="20288055"/>
            <a:ext cx="1679836" cy="1679836"/>
          </a:xfrm>
          <a:prstGeom prst="rect">
            <a:avLst/>
          </a:prstGeom>
        </p:spPr>
      </p:pic>
      <p:pic>
        <p:nvPicPr>
          <p:cNvPr id="1336" name="Picture 1335" descr="A yellow cylinder with papers on it&#10;&#10;AI-generated content may be incorrect.">
            <a:extLst>
              <a:ext uri="{FF2B5EF4-FFF2-40B4-BE49-F238E27FC236}">
                <a16:creationId xmlns:a16="http://schemas.microsoft.com/office/drawing/2014/main" id="{23A1D769-3274-41B3-CC57-9DB008520B2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6290" y="22341891"/>
            <a:ext cx="1743178" cy="1743178"/>
          </a:xfrm>
          <a:prstGeom prst="rect">
            <a:avLst/>
          </a:prstGeom>
        </p:spPr>
      </p:pic>
      <p:pic>
        <p:nvPicPr>
          <p:cNvPr id="1338" name="Picture 133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A187A4F-C0CC-5FAF-E407-DD580A6B27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2323" y="26338577"/>
            <a:ext cx="1757912" cy="1757912"/>
          </a:xfrm>
          <a:prstGeom prst="rect">
            <a:avLst/>
          </a:prstGeom>
        </p:spPr>
      </p:pic>
      <p:pic>
        <p:nvPicPr>
          <p:cNvPr id="1340" name="Picture 133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5D489CB-4F38-74C3-9CE7-945C185749E7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4844" y="24613054"/>
            <a:ext cx="1503609" cy="1503609"/>
          </a:xfrm>
          <a:prstGeom prst="rect">
            <a:avLst/>
          </a:prstGeom>
        </p:spPr>
      </p:pic>
      <p:pic>
        <p:nvPicPr>
          <p:cNvPr id="1363" name="Picture 1362" descr="A graph with text on it">
            <a:extLst>
              <a:ext uri="{FF2B5EF4-FFF2-40B4-BE49-F238E27FC236}">
                <a16:creationId xmlns:a16="http://schemas.microsoft.com/office/drawing/2014/main" id="{B0553404-190C-AFF7-B9DC-2C923283C6FD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5104" y="4881022"/>
            <a:ext cx="12579119" cy="5919586"/>
          </a:xfrm>
          <a:prstGeom prst="rect">
            <a:avLst/>
          </a:prstGeom>
        </p:spPr>
      </p:pic>
      <p:sp>
        <p:nvSpPr>
          <p:cNvPr id="1241" name="TextBox 1240">
            <a:extLst>
              <a:ext uri="{FF2B5EF4-FFF2-40B4-BE49-F238E27FC236}">
                <a16:creationId xmlns:a16="http://schemas.microsoft.com/office/drawing/2014/main" id="{23ED9D8A-7C9A-1861-ECF7-EB6CBF8A21BE}"/>
              </a:ext>
            </a:extLst>
          </p:cNvPr>
          <p:cNvSpPr txBox="1"/>
          <p:nvPr/>
        </p:nvSpPr>
        <p:spPr>
          <a:xfrm>
            <a:off x="26515954" y="5214407"/>
            <a:ext cx="417480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chemeClr val="bg1"/>
                </a:solidFill>
                <a:latin typeface="Lucida Sans" panose="020B0602030504020204" pitchFamily="34" charset="0"/>
              </a:rPr>
              <a:t>Figures generated with minimal discrepancy without any code edits</a:t>
            </a:r>
          </a:p>
        </p:txBody>
      </p:sp>
      <p:sp>
        <p:nvSpPr>
          <p:cNvPr id="1242" name="TextBox 1241">
            <a:extLst>
              <a:ext uri="{FF2B5EF4-FFF2-40B4-BE49-F238E27FC236}">
                <a16:creationId xmlns:a16="http://schemas.microsoft.com/office/drawing/2014/main" id="{7BE90D9D-08CC-8B31-A694-A8F2E5C5FB6F}"/>
              </a:ext>
            </a:extLst>
          </p:cNvPr>
          <p:cNvSpPr txBox="1"/>
          <p:nvPr/>
        </p:nvSpPr>
        <p:spPr>
          <a:xfrm>
            <a:off x="26515954" y="6714825"/>
            <a:ext cx="420682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Lucida Sans" panose="020B0602030504020204" pitchFamily="34" charset="0"/>
              </a:rPr>
              <a:t>Generated figure is different than in the study</a:t>
            </a:r>
          </a:p>
        </p:txBody>
      </p:sp>
      <p:sp>
        <p:nvSpPr>
          <p:cNvPr id="1243" name="TextBox 1242">
            <a:extLst>
              <a:ext uri="{FF2B5EF4-FFF2-40B4-BE49-F238E27FC236}">
                <a16:creationId xmlns:a16="http://schemas.microsoft.com/office/drawing/2014/main" id="{6E5F4F25-5C26-F772-C58B-907DC4A8451F}"/>
              </a:ext>
            </a:extLst>
          </p:cNvPr>
          <p:cNvSpPr txBox="1"/>
          <p:nvPr/>
        </p:nvSpPr>
        <p:spPr>
          <a:xfrm>
            <a:off x="26439754" y="8242606"/>
            <a:ext cx="420682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Lucida Sans" panose="020B0602030504020204" pitchFamily="34" charset="0"/>
              </a:rPr>
              <a:t>Code syntax edits allowed the figure to generate properly</a:t>
            </a:r>
          </a:p>
        </p:txBody>
      </p:sp>
      <p:sp>
        <p:nvSpPr>
          <p:cNvPr id="1244" name="TextBox 1243">
            <a:extLst>
              <a:ext uri="{FF2B5EF4-FFF2-40B4-BE49-F238E27FC236}">
                <a16:creationId xmlns:a16="http://schemas.microsoft.com/office/drawing/2014/main" id="{6639B8ED-8780-F683-4D81-C575CB756B7C}"/>
              </a:ext>
            </a:extLst>
          </p:cNvPr>
          <p:cNvSpPr txBox="1"/>
          <p:nvPr/>
        </p:nvSpPr>
        <p:spPr>
          <a:xfrm>
            <a:off x="19505554" y="9255116"/>
            <a:ext cx="36276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Lucida Sans" panose="020B0602030504020204" pitchFamily="34" charset="0"/>
              </a:rPr>
              <a:t>* All categories are mutually exclusive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CCD88EB-EA5F-279B-0257-21CC9D6791F0}"/>
              </a:ext>
            </a:extLst>
          </p:cNvPr>
          <p:cNvSpPr/>
          <p:nvPr/>
        </p:nvSpPr>
        <p:spPr>
          <a:xfrm>
            <a:off x="16570202" y="7440211"/>
            <a:ext cx="757383" cy="76393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F5635B81-B91C-8E7C-63E1-25AADB4AA226}"/>
              </a:ext>
            </a:extLst>
          </p:cNvPr>
          <p:cNvSpPr txBox="1"/>
          <p:nvPr/>
        </p:nvSpPr>
        <p:spPr>
          <a:xfrm>
            <a:off x="16420942" y="7468215"/>
            <a:ext cx="10711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67%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D19F07A-BE4B-25EC-8B25-66972372C075}"/>
              </a:ext>
            </a:extLst>
          </p:cNvPr>
          <p:cNvSpPr/>
          <p:nvPr/>
        </p:nvSpPr>
        <p:spPr>
          <a:xfrm>
            <a:off x="16570202" y="8293778"/>
            <a:ext cx="757383" cy="76393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817E44D4-243A-EB16-0A7A-623675742D04}"/>
              </a:ext>
            </a:extLst>
          </p:cNvPr>
          <p:cNvSpPr txBox="1"/>
          <p:nvPr/>
        </p:nvSpPr>
        <p:spPr>
          <a:xfrm>
            <a:off x="16549093" y="8327751"/>
            <a:ext cx="8114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5%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5219F0F-B258-89B6-E906-49C58343A35E}"/>
              </a:ext>
            </a:extLst>
          </p:cNvPr>
          <p:cNvSpPr/>
          <p:nvPr/>
        </p:nvSpPr>
        <p:spPr>
          <a:xfrm>
            <a:off x="16571817" y="9139484"/>
            <a:ext cx="757383" cy="76393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9E99DBF6-B6E4-A862-99A5-9E99973B2D11}"/>
              </a:ext>
            </a:extLst>
          </p:cNvPr>
          <p:cNvSpPr txBox="1"/>
          <p:nvPr/>
        </p:nvSpPr>
        <p:spPr>
          <a:xfrm>
            <a:off x="16553529" y="9168999"/>
            <a:ext cx="8114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5%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5E00766-8281-FBE3-ECB9-23410D5DB551}"/>
              </a:ext>
            </a:extLst>
          </p:cNvPr>
          <p:cNvSpPr/>
          <p:nvPr/>
        </p:nvSpPr>
        <p:spPr>
          <a:xfrm>
            <a:off x="16571817" y="10010970"/>
            <a:ext cx="757383" cy="76393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TextBox 1096">
            <a:extLst>
              <a:ext uri="{FF2B5EF4-FFF2-40B4-BE49-F238E27FC236}">
                <a16:creationId xmlns:a16="http://schemas.microsoft.com/office/drawing/2014/main" id="{E8C102A4-BA40-C5A9-9C2A-78411195A310}"/>
              </a:ext>
            </a:extLst>
          </p:cNvPr>
          <p:cNvSpPr txBox="1"/>
          <p:nvPr/>
        </p:nvSpPr>
        <p:spPr>
          <a:xfrm>
            <a:off x="16553529" y="10028535"/>
            <a:ext cx="8114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3%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215E44-652C-F5CB-F731-AC1C8FFEC886}"/>
              </a:ext>
            </a:extLst>
          </p:cNvPr>
          <p:cNvSpPr/>
          <p:nvPr/>
        </p:nvSpPr>
        <p:spPr>
          <a:xfrm>
            <a:off x="16571817" y="10853562"/>
            <a:ext cx="757383" cy="76393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0" name="TextBox 1099">
            <a:extLst>
              <a:ext uri="{FF2B5EF4-FFF2-40B4-BE49-F238E27FC236}">
                <a16:creationId xmlns:a16="http://schemas.microsoft.com/office/drawing/2014/main" id="{BFE29C52-C885-34D3-9D7A-A195E907C66F}"/>
              </a:ext>
            </a:extLst>
          </p:cNvPr>
          <p:cNvSpPr txBox="1"/>
          <p:nvPr/>
        </p:nvSpPr>
        <p:spPr>
          <a:xfrm>
            <a:off x="16425513" y="10869783"/>
            <a:ext cx="10711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12%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9D6889-2771-A751-0C40-55305C731CF1}"/>
              </a:ext>
            </a:extLst>
          </p:cNvPr>
          <p:cNvSpPr/>
          <p:nvPr/>
        </p:nvSpPr>
        <p:spPr>
          <a:xfrm>
            <a:off x="18694160" y="5537619"/>
            <a:ext cx="501819" cy="3874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diagram of a computer error&#10;&#10;AI-generated content may be incorrect.">
            <a:extLst>
              <a:ext uri="{FF2B5EF4-FFF2-40B4-BE49-F238E27FC236}">
                <a16:creationId xmlns:a16="http://schemas.microsoft.com/office/drawing/2014/main" id="{C81F15FC-8B39-77BB-481F-B6E0E742AB9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1379" y="12326916"/>
            <a:ext cx="11479376" cy="7463235"/>
          </a:xfrm>
          <a:prstGeom prst="rect">
            <a:avLst/>
          </a:prstGeom>
        </p:spPr>
      </p:pic>
      <p:sp>
        <p:nvSpPr>
          <p:cNvPr id="130" name="TextBox 129">
            <a:extLst>
              <a:ext uri="{FF2B5EF4-FFF2-40B4-BE49-F238E27FC236}">
                <a16:creationId xmlns:a16="http://schemas.microsoft.com/office/drawing/2014/main" id="{84110B7F-D4F4-CA4A-7FBF-D632FE6F8FED}"/>
              </a:ext>
            </a:extLst>
          </p:cNvPr>
          <p:cNvSpPr txBox="1"/>
          <p:nvPr/>
        </p:nvSpPr>
        <p:spPr>
          <a:xfrm>
            <a:off x="19195979" y="12309530"/>
            <a:ext cx="4019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Lucida Sans" panose="020B0602030504020204" pitchFamily="34" charset="0"/>
              </a:rPr>
              <a:t>Unaltered    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6177DF7-46EF-418D-5B3F-32CF2E187896}"/>
              </a:ext>
            </a:extLst>
          </p:cNvPr>
          <p:cNvSpPr txBox="1"/>
          <p:nvPr/>
        </p:nvSpPr>
        <p:spPr>
          <a:xfrm>
            <a:off x="21943952" y="12309530"/>
            <a:ext cx="62483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Lucida Sans" panose="020B0602030504020204" pitchFamily="34" charset="0"/>
              </a:rPr>
              <a:t>        Mistakes     Fixes       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1365865-F4BA-4D8D-05F3-FE955CAA58E7}"/>
              </a:ext>
            </a:extLst>
          </p:cNvPr>
          <p:cNvSpPr txBox="1"/>
          <p:nvPr/>
        </p:nvSpPr>
        <p:spPr>
          <a:xfrm>
            <a:off x="28570517" y="12309530"/>
            <a:ext cx="19761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Lucida Sans" panose="020B0602030504020204" pitchFamily="34" charset="0"/>
              </a:rPr>
              <a:t>   Result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0690FB-281B-A8C7-72B0-4CC04FD3C920}"/>
              </a:ext>
            </a:extLst>
          </p:cNvPr>
          <p:cNvSpPr txBox="1"/>
          <p:nvPr/>
        </p:nvSpPr>
        <p:spPr>
          <a:xfrm>
            <a:off x="27374879" y="16667240"/>
            <a:ext cx="3897412" cy="1200329"/>
          </a:xfrm>
          <a:custGeom>
            <a:avLst/>
            <a:gdLst>
              <a:gd name="connsiteX0" fmla="*/ 0 w 3897412"/>
              <a:gd name="connsiteY0" fmla="*/ 0 h 1200329"/>
              <a:gd name="connsiteX1" fmla="*/ 610595 w 3897412"/>
              <a:gd name="connsiteY1" fmla="*/ 0 h 1200329"/>
              <a:gd name="connsiteX2" fmla="*/ 1260163 w 3897412"/>
              <a:gd name="connsiteY2" fmla="*/ 0 h 1200329"/>
              <a:gd name="connsiteX3" fmla="*/ 1870758 w 3897412"/>
              <a:gd name="connsiteY3" fmla="*/ 0 h 1200329"/>
              <a:gd name="connsiteX4" fmla="*/ 2598275 w 3897412"/>
              <a:gd name="connsiteY4" fmla="*/ 0 h 1200329"/>
              <a:gd name="connsiteX5" fmla="*/ 3247843 w 3897412"/>
              <a:gd name="connsiteY5" fmla="*/ 0 h 1200329"/>
              <a:gd name="connsiteX6" fmla="*/ 3897412 w 3897412"/>
              <a:gd name="connsiteY6" fmla="*/ 0 h 1200329"/>
              <a:gd name="connsiteX7" fmla="*/ 3897412 w 3897412"/>
              <a:gd name="connsiteY7" fmla="*/ 588161 h 1200329"/>
              <a:gd name="connsiteX8" fmla="*/ 3897412 w 3897412"/>
              <a:gd name="connsiteY8" fmla="*/ 1200329 h 1200329"/>
              <a:gd name="connsiteX9" fmla="*/ 3286817 w 3897412"/>
              <a:gd name="connsiteY9" fmla="*/ 1200329 h 1200329"/>
              <a:gd name="connsiteX10" fmla="*/ 2559301 w 3897412"/>
              <a:gd name="connsiteY10" fmla="*/ 1200329 h 1200329"/>
              <a:gd name="connsiteX11" fmla="*/ 2026654 w 3897412"/>
              <a:gd name="connsiteY11" fmla="*/ 1200329 h 1200329"/>
              <a:gd name="connsiteX12" fmla="*/ 1494008 w 3897412"/>
              <a:gd name="connsiteY12" fmla="*/ 1200329 h 1200329"/>
              <a:gd name="connsiteX13" fmla="*/ 844439 w 3897412"/>
              <a:gd name="connsiteY13" fmla="*/ 1200329 h 1200329"/>
              <a:gd name="connsiteX14" fmla="*/ 0 w 3897412"/>
              <a:gd name="connsiteY14" fmla="*/ 1200329 h 1200329"/>
              <a:gd name="connsiteX15" fmla="*/ 0 w 3897412"/>
              <a:gd name="connsiteY15" fmla="*/ 612168 h 1200329"/>
              <a:gd name="connsiteX16" fmla="*/ 0 w 3897412"/>
              <a:gd name="connsiteY16" fmla="*/ 0 h 1200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897412" h="1200329" fill="none" extrusionOk="0">
                <a:moveTo>
                  <a:pt x="0" y="0"/>
                </a:moveTo>
                <a:cubicBezTo>
                  <a:pt x="133451" y="22736"/>
                  <a:pt x="408591" y="22776"/>
                  <a:pt x="610595" y="0"/>
                </a:cubicBezTo>
                <a:cubicBezTo>
                  <a:pt x="812600" y="-22776"/>
                  <a:pt x="975634" y="-10951"/>
                  <a:pt x="1260163" y="0"/>
                </a:cubicBezTo>
                <a:cubicBezTo>
                  <a:pt x="1544692" y="10951"/>
                  <a:pt x="1579318" y="24631"/>
                  <a:pt x="1870758" y="0"/>
                </a:cubicBezTo>
                <a:cubicBezTo>
                  <a:pt x="2162199" y="-24631"/>
                  <a:pt x="2331586" y="-4295"/>
                  <a:pt x="2598275" y="0"/>
                </a:cubicBezTo>
                <a:cubicBezTo>
                  <a:pt x="2864964" y="4295"/>
                  <a:pt x="3077254" y="1913"/>
                  <a:pt x="3247843" y="0"/>
                </a:cubicBezTo>
                <a:cubicBezTo>
                  <a:pt x="3418432" y="-1913"/>
                  <a:pt x="3614839" y="-842"/>
                  <a:pt x="3897412" y="0"/>
                </a:cubicBezTo>
                <a:cubicBezTo>
                  <a:pt x="3917062" y="155086"/>
                  <a:pt x="3921984" y="327711"/>
                  <a:pt x="3897412" y="588161"/>
                </a:cubicBezTo>
                <a:cubicBezTo>
                  <a:pt x="3872840" y="848611"/>
                  <a:pt x="3903244" y="934286"/>
                  <a:pt x="3897412" y="1200329"/>
                </a:cubicBezTo>
                <a:cubicBezTo>
                  <a:pt x="3699718" y="1224428"/>
                  <a:pt x="3449127" y="1198190"/>
                  <a:pt x="3286817" y="1200329"/>
                </a:cubicBezTo>
                <a:cubicBezTo>
                  <a:pt x="3124508" y="1202468"/>
                  <a:pt x="2756770" y="1188726"/>
                  <a:pt x="2559301" y="1200329"/>
                </a:cubicBezTo>
                <a:cubicBezTo>
                  <a:pt x="2361832" y="1211932"/>
                  <a:pt x="2168590" y="1200616"/>
                  <a:pt x="2026654" y="1200329"/>
                </a:cubicBezTo>
                <a:cubicBezTo>
                  <a:pt x="1884718" y="1200042"/>
                  <a:pt x="1722979" y="1197242"/>
                  <a:pt x="1494008" y="1200329"/>
                </a:cubicBezTo>
                <a:cubicBezTo>
                  <a:pt x="1265037" y="1203416"/>
                  <a:pt x="1159847" y="1213650"/>
                  <a:pt x="844439" y="1200329"/>
                </a:cubicBezTo>
                <a:cubicBezTo>
                  <a:pt x="529031" y="1187008"/>
                  <a:pt x="371329" y="1215844"/>
                  <a:pt x="0" y="1200329"/>
                </a:cubicBezTo>
                <a:cubicBezTo>
                  <a:pt x="-6144" y="1081875"/>
                  <a:pt x="-13968" y="892587"/>
                  <a:pt x="0" y="612168"/>
                </a:cubicBezTo>
                <a:cubicBezTo>
                  <a:pt x="13968" y="331749"/>
                  <a:pt x="-3757" y="288162"/>
                  <a:pt x="0" y="0"/>
                </a:cubicBezTo>
                <a:close/>
              </a:path>
              <a:path w="3897412" h="1200329" stroke="0" extrusionOk="0">
                <a:moveTo>
                  <a:pt x="0" y="0"/>
                </a:moveTo>
                <a:cubicBezTo>
                  <a:pt x="209165" y="21172"/>
                  <a:pt x="467048" y="-15607"/>
                  <a:pt x="610595" y="0"/>
                </a:cubicBezTo>
                <a:cubicBezTo>
                  <a:pt x="754142" y="15607"/>
                  <a:pt x="1054758" y="-29767"/>
                  <a:pt x="1338111" y="0"/>
                </a:cubicBezTo>
                <a:cubicBezTo>
                  <a:pt x="1621464" y="29767"/>
                  <a:pt x="1853445" y="4531"/>
                  <a:pt x="1987680" y="0"/>
                </a:cubicBezTo>
                <a:cubicBezTo>
                  <a:pt x="2121915" y="-4531"/>
                  <a:pt x="2399997" y="2248"/>
                  <a:pt x="2598275" y="0"/>
                </a:cubicBezTo>
                <a:cubicBezTo>
                  <a:pt x="2796554" y="-2248"/>
                  <a:pt x="3011354" y="9435"/>
                  <a:pt x="3286817" y="0"/>
                </a:cubicBezTo>
                <a:cubicBezTo>
                  <a:pt x="3562280" y="-9435"/>
                  <a:pt x="3735222" y="22436"/>
                  <a:pt x="3897412" y="0"/>
                </a:cubicBezTo>
                <a:cubicBezTo>
                  <a:pt x="3881961" y="272531"/>
                  <a:pt x="3925569" y="399591"/>
                  <a:pt x="3897412" y="600165"/>
                </a:cubicBezTo>
                <a:cubicBezTo>
                  <a:pt x="3869255" y="800740"/>
                  <a:pt x="3897487" y="1023059"/>
                  <a:pt x="3897412" y="1200329"/>
                </a:cubicBezTo>
                <a:cubicBezTo>
                  <a:pt x="3688196" y="1194460"/>
                  <a:pt x="3414898" y="1175088"/>
                  <a:pt x="3169895" y="1200329"/>
                </a:cubicBezTo>
                <a:cubicBezTo>
                  <a:pt x="2924892" y="1225570"/>
                  <a:pt x="2651092" y="1203021"/>
                  <a:pt x="2442378" y="1200329"/>
                </a:cubicBezTo>
                <a:cubicBezTo>
                  <a:pt x="2233664" y="1197637"/>
                  <a:pt x="2172651" y="1187807"/>
                  <a:pt x="1909732" y="1200329"/>
                </a:cubicBezTo>
                <a:cubicBezTo>
                  <a:pt x="1646813" y="1212851"/>
                  <a:pt x="1373574" y="1235955"/>
                  <a:pt x="1182215" y="1200329"/>
                </a:cubicBezTo>
                <a:cubicBezTo>
                  <a:pt x="990856" y="1164703"/>
                  <a:pt x="887614" y="1207600"/>
                  <a:pt x="649569" y="1200329"/>
                </a:cubicBezTo>
                <a:cubicBezTo>
                  <a:pt x="411524" y="1193058"/>
                  <a:pt x="193105" y="1184880"/>
                  <a:pt x="0" y="1200329"/>
                </a:cubicBezTo>
                <a:cubicBezTo>
                  <a:pt x="-14341" y="1061104"/>
                  <a:pt x="-27941" y="915755"/>
                  <a:pt x="0" y="636174"/>
                </a:cubicBezTo>
                <a:cubicBezTo>
                  <a:pt x="27941" y="356594"/>
                  <a:pt x="-18946" y="288465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79706574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Lucida Sans" panose="020B0602030504020204" pitchFamily="34" charset="0"/>
              </a:rPr>
              <a:t>2 Unresolvable chunks generated data that were contained in repository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202825-06AE-4C37-1BC8-908B22A697DD}"/>
              </a:ext>
            </a:extLst>
          </p:cNvPr>
          <p:cNvSpPr txBox="1"/>
          <p:nvPr/>
        </p:nvSpPr>
        <p:spPr>
          <a:xfrm>
            <a:off x="19351984" y="13088844"/>
            <a:ext cx="3702988" cy="830997"/>
          </a:xfrm>
          <a:custGeom>
            <a:avLst/>
            <a:gdLst>
              <a:gd name="connsiteX0" fmla="*/ 0 w 3702988"/>
              <a:gd name="connsiteY0" fmla="*/ 0 h 830997"/>
              <a:gd name="connsiteX1" fmla="*/ 580135 w 3702988"/>
              <a:gd name="connsiteY1" fmla="*/ 0 h 830997"/>
              <a:gd name="connsiteX2" fmla="*/ 1197299 w 3702988"/>
              <a:gd name="connsiteY2" fmla="*/ 0 h 830997"/>
              <a:gd name="connsiteX3" fmla="*/ 1777434 w 3702988"/>
              <a:gd name="connsiteY3" fmla="*/ 0 h 830997"/>
              <a:gd name="connsiteX4" fmla="*/ 2468659 w 3702988"/>
              <a:gd name="connsiteY4" fmla="*/ 0 h 830997"/>
              <a:gd name="connsiteX5" fmla="*/ 3085823 w 3702988"/>
              <a:gd name="connsiteY5" fmla="*/ 0 h 830997"/>
              <a:gd name="connsiteX6" fmla="*/ 3702988 w 3702988"/>
              <a:gd name="connsiteY6" fmla="*/ 0 h 830997"/>
              <a:gd name="connsiteX7" fmla="*/ 3702988 w 3702988"/>
              <a:gd name="connsiteY7" fmla="*/ 407189 h 830997"/>
              <a:gd name="connsiteX8" fmla="*/ 3702988 w 3702988"/>
              <a:gd name="connsiteY8" fmla="*/ 830997 h 830997"/>
              <a:gd name="connsiteX9" fmla="*/ 3122853 w 3702988"/>
              <a:gd name="connsiteY9" fmla="*/ 830997 h 830997"/>
              <a:gd name="connsiteX10" fmla="*/ 2431629 w 3702988"/>
              <a:gd name="connsiteY10" fmla="*/ 830997 h 830997"/>
              <a:gd name="connsiteX11" fmla="*/ 1925554 w 3702988"/>
              <a:gd name="connsiteY11" fmla="*/ 830997 h 830997"/>
              <a:gd name="connsiteX12" fmla="*/ 1419479 w 3702988"/>
              <a:gd name="connsiteY12" fmla="*/ 830997 h 830997"/>
              <a:gd name="connsiteX13" fmla="*/ 802314 w 3702988"/>
              <a:gd name="connsiteY13" fmla="*/ 830997 h 830997"/>
              <a:gd name="connsiteX14" fmla="*/ 0 w 3702988"/>
              <a:gd name="connsiteY14" fmla="*/ 830997 h 830997"/>
              <a:gd name="connsiteX15" fmla="*/ 0 w 3702988"/>
              <a:gd name="connsiteY15" fmla="*/ 423808 h 830997"/>
              <a:gd name="connsiteX16" fmla="*/ 0 w 3702988"/>
              <a:gd name="connsiteY16" fmla="*/ 0 h 830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702988" h="830997" fill="none" extrusionOk="0">
                <a:moveTo>
                  <a:pt x="0" y="0"/>
                </a:moveTo>
                <a:cubicBezTo>
                  <a:pt x="176607" y="-21320"/>
                  <a:pt x="303268" y="-13209"/>
                  <a:pt x="580135" y="0"/>
                </a:cubicBezTo>
                <a:cubicBezTo>
                  <a:pt x="857002" y="13209"/>
                  <a:pt x="945092" y="-6613"/>
                  <a:pt x="1197299" y="0"/>
                </a:cubicBezTo>
                <a:cubicBezTo>
                  <a:pt x="1449506" y="6613"/>
                  <a:pt x="1526327" y="-9616"/>
                  <a:pt x="1777434" y="0"/>
                </a:cubicBezTo>
                <a:cubicBezTo>
                  <a:pt x="2028541" y="9616"/>
                  <a:pt x="2230594" y="13344"/>
                  <a:pt x="2468659" y="0"/>
                </a:cubicBezTo>
                <a:cubicBezTo>
                  <a:pt x="2706725" y="-13344"/>
                  <a:pt x="2815777" y="-18226"/>
                  <a:pt x="3085823" y="0"/>
                </a:cubicBezTo>
                <a:cubicBezTo>
                  <a:pt x="3355869" y="18226"/>
                  <a:pt x="3517315" y="2894"/>
                  <a:pt x="3702988" y="0"/>
                </a:cubicBezTo>
                <a:cubicBezTo>
                  <a:pt x="3683169" y="130623"/>
                  <a:pt x="3718793" y="296195"/>
                  <a:pt x="3702988" y="407189"/>
                </a:cubicBezTo>
                <a:cubicBezTo>
                  <a:pt x="3687183" y="518183"/>
                  <a:pt x="3684588" y="656135"/>
                  <a:pt x="3702988" y="830997"/>
                </a:cubicBezTo>
                <a:cubicBezTo>
                  <a:pt x="3567614" y="835177"/>
                  <a:pt x="3332494" y="802620"/>
                  <a:pt x="3122853" y="830997"/>
                </a:cubicBezTo>
                <a:cubicBezTo>
                  <a:pt x="2913213" y="859374"/>
                  <a:pt x="2579466" y="830025"/>
                  <a:pt x="2431629" y="830997"/>
                </a:cubicBezTo>
                <a:cubicBezTo>
                  <a:pt x="2283792" y="831969"/>
                  <a:pt x="2029629" y="806736"/>
                  <a:pt x="1925554" y="830997"/>
                </a:cubicBezTo>
                <a:cubicBezTo>
                  <a:pt x="1821479" y="855258"/>
                  <a:pt x="1541728" y="836588"/>
                  <a:pt x="1419479" y="830997"/>
                </a:cubicBezTo>
                <a:cubicBezTo>
                  <a:pt x="1297230" y="825406"/>
                  <a:pt x="1105116" y="819090"/>
                  <a:pt x="802314" y="830997"/>
                </a:cubicBezTo>
                <a:cubicBezTo>
                  <a:pt x="499512" y="842904"/>
                  <a:pt x="332561" y="820185"/>
                  <a:pt x="0" y="830997"/>
                </a:cubicBezTo>
                <a:cubicBezTo>
                  <a:pt x="4647" y="714107"/>
                  <a:pt x="2281" y="591802"/>
                  <a:pt x="0" y="423808"/>
                </a:cubicBezTo>
                <a:cubicBezTo>
                  <a:pt x="-2281" y="255814"/>
                  <a:pt x="-11836" y="96840"/>
                  <a:pt x="0" y="0"/>
                </a:cubicBezTo>
                <a:close/>
              </a:path>
              <a:path w="3702988" h="830997" stroke="0" extrusionOk="0">
                <a:moveTo>
                  <a:pt x="0" y="0"/>
                </a:moveTo>
                <a:cubicBezTo>
                  <a:pt x="272426" y="-28640"/>
                  <a:pt x="372422" y="8685"/>
                  <a:pt x="580135" y="0"/>
                </a:cubicBezTo>
                <a:cubicBezTo>
                  <a:pt x="787849" y="-8685"/>
                  <a:pt x="1038059" y="7781"/>
                  <a:pt x="1271359" y="0"/>
                </a:cubicBezTo>
                <a:cubicBezTo>
                  <a:pt x="1504659" y="-7781"/>
                  <a:pt x="1676533" y="-10112"/>
                  <a:pt x="1888524" y="0"/>
                </a:cubicBezTo>
                <a:cubicBezTo>
                  <a:pt x="2100515" y="10112"/>
                  <a:pt x="2206607" y="-8170"/>
                  <a:pt x="2468659" y="0"/>
                </a:cubicBezTo>
                <a:cubicBezTo>
                  <a:pt x="2730711" y="8170"/>
                  <a:pt x="2892928" y="-512"/>
                  <a:pt x="3122853" y="0"/>
                </a:cubicBezTo>
                <a:cubicBezTo>
                  <a:pt x="3352778" y="512"/>
                  <a:pt x="3474250" y="10113"/>
                  <a:pt x="3702988" y="0"/>
                </a:cubicBezTo>
                <a:cubicBezTo>
                  <a:pt x="3711914" y="155689"/>
                  <a:pt x="3699385" y="267899"/>
                  <a:pt x="3702988" y="415499"/>
                </a:cubicBezTo>
                <a:cubicBezTo>
                  <a:pt x="3706591" y="563099"/>
                  <a:pt x="3688966" y="644062"/>
                  <a:pt x="3702988" y="830997"/>
                </a:cubicBezTo>
                <a:cubicBezTo>
                  <a:pt x="3546820" y="860987"/>
                  <a:pt x="3334665" y="861307"/>
                  <a:pt x="3011764" y="830997"/>
                </a:cubicBezTo>
                <a:cubicBezTo>
                  <a:pt x="2688863" y="800687"/>
                  <a:pt x="2656703" y="843080"/>
                  <a:pt x="2320539" y="830997"/>
                </a:cubicBezTo>
                <a:cubicBezTo>
                  <a:pt x="1984376" y="818914"/>
                  <a:pt x="1943745" y="825976"/>
                  <a:pt x="1814464" y="830997"/>
                </a:cubicBezTo>
                <a:cubicBezTo>
                  <a:pt x="1685184" y="836018"/>
                  <a:pt x="1290182" y="827734"/>
                  <a:pt x="1123240" y="830997"/>
                </a:cubicBezTo>
                <a:cubicBezTo>
                  <a:pt x="956298" y="834260"/>
                  <a:pt x="801511" y="830418"/>
                  <a:pt x="617165" y="830997"/>
                </a:cubicBezTo>
                <a:cubicBezTo>
                  <a:pt x="432819" y="831576"/>
                  <a:pt x="159700" y="847269"/>
                  <a:pt x="0" y="830997"/>
                </a:cubicBezTo>
                <a:cubicBezTo>
                  <a:pt x="15703" y="681999"/>
                  <a:pt x="19389" y="524848"/>
                  <a:pt x="0" y="440428"/>
                </a:cubicBezTo>
                <a:cubicBezTo>
                  <a:pt x="-19389" y="356008"/>
                  <a:pt x="6464" y="209357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79706574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Lucida Sans" panose="020B0602030504020204" pitchFamily="34" charset="0"/>
              </a:rPr>
              <a:t>2 figures generated with inverted y-axes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AF854B-385D-CB76-0F38-475C55B8A0C1}"/>
              </a:ext>
            </a:extLst>
          </p:cNvPr>
          <p:cNvSpPr txBox="1"/>
          <p:nvPr/>
        </p:nvSpPr>
        <p:spPr>
          <a:xfrm>
            <a:off x="26363554" y="13117873"/>
            <a:ext cx="3803882" cy="830997"/>
          </a:xfrm>
          <a:custGeom>
            <a:avLst/>
            <a:gdLst>
              <a:gd name="connsiteX0" fmla="*/ 0 w 3803882"/>
              <a:gd name="connsiteY0" fmla="*/ 0 h 830997"/>
              <a:gd name="connsiteX1" fmla="*/ 595942 w 3803882"/>
              <a:gd name="connsiteY1" fmla="*/ 0 h 830997"/>
              <a:gd name="connsiteX2" fmla="*/ 1229922 w 3803882"/>
              <a:gd name="connsiteY2" fmla="*/ 0 h 830997"/>
              <a:gd name="connsiteX3" fmla="*/ 1825863 w 3803882"/>
              <a:gd name="connsiteY3" fmla="*/ 0 h 830997"/>
              <a:gd name="connsiteX4" fmla="*/ 2535921 w 3803882"/>
              <a:gd name="connsiteY4" fmla="*/ 0 h 830997"/>
              <a:gd name="connsiteX5" fmla="*/ 3169902 w 3803882"/>
              <a:gd name="connsiteY5" fmla="*/ 0 h 830997"/>
              <a:gd name="connsiteX6" fmla="*/ 3803882 w 3803882"/>
              <a:gd name="connsiteY6" fmla="*/ 0 h 830997"/>
              <a:gd name="connsiteX7" fmla="*/ 3803882 w 3803882"/>
              <a:gd name="connsiteY7" fmla="*/ 407189 h 830997"/>
              <a:gd name="connsiteX8" fmla="*/ 3803882 w 3803882"/>
              <a:gd name="connsiteY8" fmla="*/ 830997 h 830997"/>
              <a:gd name="connsiteX9" fmla="*/ 3207940 w 3803882"/>
              <a:gd name="connsiteY9" fmla="*/ 830997 h 830997"/>
              <a:gd name="connsiteX10" fmla="*/ 2497883 w 3803882"/>
              <a:gd name="connsiteY10" fmla="*/ 830997 h 830997"/>
              <a:gd name="connsiteX11" fmla="*/ 1978019 w 3803882"/>
              <a:gd name="connsiteY11" fmla="*/ 830997 h 830997"/>
              <a:gd name="connsiteX12" fmla="*/ 1458155 w 3803882"/>
              <a:gd name="connsiteY12" fmla="*/ 830997 h 830997"/>
              <a:gd name="connsiteX13" fmla="*/ 824174 w 3803882"/>
              <a:gd name="connsiteY13" fmla="*/ 830997 h 830997"/>
              <a:gd name="connsiteX14" fmla="*/ 0 w 3803882"/>
              <a:gd name="connsiteY14" fmla="*/ 830997 h 830997"/>
              <a:gd name="connsiteX15" fmla="*/ 0 w 3803882"/>
              <a:gd name="connsiteY15" fmla="*/ 423808 h 830997"/>
              <a:gd name="connsiteX16" fmla="*/ 0 w 3803882"/>
              <a:gd name="connsiteY16" fmla="*/ 0 h 830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803882" h="830997" fill="none" extrusionOk="0">
                <a:moveTo>
                  <a:pt x="0" y="0"/>
                </a:moveTo>
                <a:cubicBezTo>
                  <a:pt x="231952" y="-9950"/>
                  <a:pt x="467957" y="13538"/>
                  <a:pt x="595942" y="0"/>
                </a:cubicBezTo>
                <a:cubicBezTo>
                  <a:pt x="723927" y="-13538"/>
                  <a:pt x="943243" y="9628"/>
                  <a:pt x="1229922" y="0"/>
                </a:cubicBezTo>
                <a:cubicBezTo>
                  <a:pt x="1516601" y="-9628"/>
                  <a:pt x="1666388" y="19133"/>
                  <a:pt x="1825863" y="0"/>
                </a:cubicBezTo>
                <a:cubicBezTo>
                  <a:pt x="1985338" y="-19133"/>
                  <a:pt x="2322034" y="-767"/>
                  <a:pt x="2535921" y="0"/>
                </a:cubicBezTo>
                <a:cubicBezTo>
                  <a:pt x="2749808" y="767"/>
                  <a:pt x="2981584" y="12234"/>
                  <a:pt x="3169902" y="0"/>
                </a:cubicBezTo>
                <a:cubicBezTo>
                  <a:pt x="3358220" y="-12234"/>
                  <a:pt x="3544999" y="30558"/>
                  <a:pt x="3803882" y="0"/>
                </a:cubicBezTo>
                <a:cubicBezTo>
                  <a:pt x="3784063" y="130623"/>
                  <a:pt x="3819687" y="296195"/>
                  <a:pt x="3803882" y="407189"/>
                </a:cubicBezTo>
                <a:cubicBezTo>
                  <a:pt x="3788077" y="518183"/>
                  <a:pt x="3785482" y="656135"/>
                  <a:pt x="3803882" y="830997"/>
                </a:cubicBezTo>
                <a:cubicBezTo>
                  <a:pt x="3532012" y="822749"/>
                  <a:pt x="3386861" y="836339"/>
                  <a:pt x="3207940" y="830997"/>
                </a:cubicBezTo>
                <a:cubicBezTo>
                  <a:pt x="3029019" y="825655"/>
                  <a:pt x="2673629" y="798095"/>
                  <a:pt x="2497883" y="830997"/>
                </a:cubicBezTo>
                <a:cubicBezTo>
                  <a:pt x="2322137" y="863899"/>
                  <a:pt x="2214860" y="850004"/>
                  <a:pt x="1978019" y="830997"/>
                </a:cubicBezTo>
                <a:cubicBezTo>
                  <a:pt x="1741178" y="811990"/>
                  <a:pt x="1573463" y="824497"/>
                  <a:pt x="1458155" y="830997"/>
                </a:cubicBezTo>
                <a:cubicBezTo>
                  <a:pt x="1342847" y="837497"/>
                  <a:pt x="1131770" y="821096"/>
                  <a:pt x="824174" y="830997"/>
                </a:cubicBezTo>
                <a:cubicBezTo>
                  <a:pt x="516578" y="840898"/>
                  <a:pt x="329380" y="826854"/>
                  <a:pt x="0" y="830997"/>
                </a:cubicBezTo>
                <a:cubicBezTo>
                  <a:pt x="4647" y="714107"/>
                  <a:pt x="2281" y="591802"/>
                  <a:pt x="0" y="423808"/>
                </a:cubicBezTo>
                <a:cubicBezTo>
                  <a:pt x="-2281" y="255814"/>
                  <a:pt x="-11836" y="96840"/>
                  <a:pt x="0" y="0"/>
                </a:cubicBezTo>
                <a:close/>
              </a:path>
              <a:path w="3803882" h="830997" stroke="0" extrusionOk="0">
                <a:moveTo>
                  <a:pt x="0" y="0"/>
                </a:moveTo>
                <a:cubicBezTo>
                  <a:pt x="171301" y="8370"/>
                  <a:pt x="425901" y="2024"/>
                  <a:pt x="595942" y="0"/>
                </a:cubicBezTo>
                <a:cubicBezTo>
                  <a:pt x="765983" y="-2024"/>
                  <a:pt x="1001758" y="12680"/>
                  <a:pt x="1305999" y="0"/>
                </a:cubicBezTo>
                <a:cubicBezTo>
                  <a:pt x="1610240" y="-12680"/>
                  <a:pt x="1795188" y="20642"/>
                  <a:pt x="1939980" y="0"/>
                </a:cubicBezTo>
                <a:cubicBezTo>
                  <a:pt x="2084772" y="-20642"/>
                  <a:pt x="2283982" y="-20611"/>
                  <a:pt x="2535921" y="0"/>
                </a:cubicBezTo>
                <a:cubicBezTo>
                  <a:pt x="2787860" y="20611"/>
                  <a:pt x="2886381" y="-26893"/>
                  <a:pt x="3207940" y="0"/>
                </a:cubicBezTo>
                <a:cubicBezTo>
                  <a:pt x="3529499" y="26893"/>
                  <a:pt x="3559855" y="10674"/>
                  <a:pt x="3803882" y="0"/>
                </a:cubicBezTo>
                <a:cubicBezTo>
                  <a:pt x="3812808" y="155689"/>
                  <a:pt x="3800279" y="267899"/>
                  <a:pt x="3803882" y="415499"/>
                </a:cubicBezTo>
                <a:cubicBezTo>
                  <a:pt x="3807485" y="563099"/>
                  <a:pt x="3789860" y="644062"/>
                  <a:pt x="3803882" y="830997"/>
                </a:cubicBezTo>
                <a:cubicBezTo>
                  <a:pt x="3624414" y="837361"/>
                  <a:pt x="3370502" y="824373"/>
                  <a:pt x="3093824" y="830997"/>
                </a:cubicBezTo>
                <a:cubicBezTo>
                  <a:pt x="2817146" y="837621"/>
                  <a:pt x="2731694" y="830628"/>
                  <a:pt x="2383766" y="830997"/>
                </a:cubicBezTo>
                <a:cubicBezTo>
                  <a:pt x="2035838" y="831366"/>
                  <a:pt x="2093069" y="807629"/>
                  <a:pt x="1863902" y="830997"/>
                </a:cubicBezTo>
                <a:cubicBezTo>
                  <a:pt x="1634735" y="854365"/>
                  <a:pt x="1446523" y="842897"/>
                  <a:pt x="1153844" y="830997"/>
                </a:cubicBezTo>
                <a:cubicBezTo>
                  <a:pt x="861165" y="819097"/>
                  <a:pt x="850857" y="806559"/>
                  <a:pt x="633980" y="830997"/>
                </a:cubicBezTo>
                <a:cubicBezTo>
                  <a:pt x="417103" y="855435"/>
                  <a:pt x="302256" y="845633"/>
                  <a:pt x="0" y="830997"/>
                </a:cubicBezTo>
                <a:cubicBezTo>
                  <a:pt x="15703" y="681999"/>
                  <a:pt x="19389" y="524848"/>
                  <a:pt x="0" y="440428"/>
                </a:cubicBezTo>
                <a:cubicBezTo>
                  <a:pt x="-19389" y="356008"/>
                  <a:pt x="6464" y="209357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79706574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Lucida Sans" panose="020B0602030504020204" pitchFamily="34" charset="0"/>
              </a:rPr>
              <a:t>2 PERMANOVA Analyses lacked individual terms 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F425A79-6AC7-9EB5-C632-F461182800B4}"/>
              </a:ext>
            </a:extLst>
          </p:cNvPr>
          <p:cNvSpPr/>
          <p:nvPr/>
        </p:nvSpPr>
        <p:spPr>
          <a:xfrm>
            <a:off x="21335492" y="13919841"/>
            <a:ext cx="2132462" cy="864394"/>
          </a:xfrm>
          <a:custGeom>
            <a:avLst/>
            <a:gdLst>
              <a:gd name="connsiteX0" fmla="*/ 0 w 1943100"/>
              <a:gd name="connsiteY0" fmla="*/ 0 h 857250"/>
              <a:gd name="connsiteX1" fmla="*/ 57150 w 1943100"/>
              <a:gd name="connsiteY1" fmla="*/ 228600 h 857250"/>
              <a:gd name="connsiteX2" fmla="*/ 76200 w 1943100"/>
              <a:gd name="connsiteY2" fmla="*/ 323850 h 857250"/>
              <a:gd name="connsiteX3" fmla="*/ 152400 w 1943100"/>
              <a:gd name="connsiteY3" fmla="*/ 361950 h 857250"/>
              <a:gd name="connsiteX4" fmla="*/ 419100 w 1943100"/>
              <a:gd name="connsiteY4" fmla="*/ 419100 h 857250"/>
              <a:gd name="connsiteX5" fmla="*/ 742950 w 1943100"/>
              <a:gd name="connsiteY5" fmla="*/ 361950 h 857250"/>
              <a:gd name="connsiteX6" fmla="*/ 800100 w 1943100"/>
              <a:gd name="connsiteY6" fmla="*/ 285750 h 857250"/>
              <a:gd name="connsiteX7" fmla="*/ 742950 w 1943100"/>
              <a:gd name="connsiteY7" fmla="*/ 133350 h 857250"/>
              <a:gd name="connsiteX8" fmla="*/ 685800 w 1943100"/>
              <a:gd name="connsiteY8" fmla="*/ 76200 h 857250"/>
              <a:gd name="connsiteX9" fmla="*/ 438150 w 1943100"/>
              <a:gd name="connsiteY9" fmla="*/ 171450 h 857250"/>
              <a:gd name="connsiteX10" fmla="*/ 304800 w 1943100"/>
              <a:gd name="connsiteY10" fmla="*/ 342900 h 857250"/>
              <a:gd name="connsiteX11" fmla="*/ 285750 w 1943100"/>
              <a:gd name="connsiteY11" fmla="*/ 400050 h 857250"/>
              <a:gd name="connsiteX12" fmla="*/ 323850 w 1943100"/>
              <a:gd name="connsiteY12" fmla="*/ 800100 h 857250"/>
              <a:gd name="connsiteX13" fmla="*/ 381000 w 1943100"/>
              <a:gd name="connsiteY13" fmla="*/ 819150 h 857250"/>
              <a:gd name="connsiteX14" fmla="*/ 457200 w 1943100"/>
              <a:gd name="connsiteY14" fmla="*/ 857250 h 857250"/>
              <a:gd name="connsiteX15" fmla="*/ 933450 w 1943100"/>
              <a:gd name="connsiteY15" fmla="*/ 819150 h 857250"/>
              <a:gd name="connsiteX16" fmla="*/ 1104900 w 1943100"/>
              <a:gd name="connsiteY16" fmla="*/ 723900 h 857250"/>
              <a:gd name="connsiteX17" fmla="*/ 1314450 w 1943100"/>
              <a:gd name="connsiteY17" fmla="*/ 609600 h 857250"/>
              <a:gd name="connsiteX18" fmla="*/ 1371600 w 1943100"/>
              <a:gd name="connsiteY18" fmla="*/ 552450 h 857250"/>
              <a:gd name="connsiteX19" fmla="*/ 1581150 w 1943100"/>
              <a:gd name="connsiteY19" fmla="*/ 457200 h 857250"/>
              <a:gd name="connsiteX20" fmla="*/ 1657350 w 1943100"/>
              <a:gd name="connsiteY20" fmla="*/ 400050 h 857250"/>
              <a:gd name="connsiteX21" fmla="*/ 1943100 w 1943100"/>
              <a:gd name="connsiteY21" fmla="*/ 381000 h 857250"/>
              <a:gd name="connsiteX0" fmla="*/ 0 w 1943100"/>
              <a:gd name="connsiteY0" fmla="*/ 0 h 857250"/>
              <a:gd name="connsiteX1" fmla="*/ 38100 w 1943100"/>
              <a:gd name="connsiteY1" fmla="*/ 266700 h 857250"/>
              <a:gd name="connsiteX2" fmla="*/ 76200 w 1943100"/>
              <a:gd name="connsiteY2" fmla="*/ 323850 h 857250"/>
              <a:gd name="connsiteX3" fmla="*/ 152400 w 1943100"/>
              <a:gd name="connsiteY3" fmla="*/ 361950 h 857250"/>
              <a:gd name="connsiteX4" fmla="*/ 419100 w 1943100"/>
              <a:gd name="connsiteY4" fmla="*/ 419100 h 857250"/>
              <a:gd name="connsiteX5" fmla="*/ 742950 w 1943100"/>
              <a:gd name="connsiteY5" fmla="*/ 361950 h 857250"/>
              <a:gd name="connsiteX6" fmla="*/ 800100 w 1943100"/>
              <a:gd name="connsiteY6" fmla="*/ 285750 h 857250"/>
              <a:gd name="connsiteX7" fmla="*/ 742950 w 1943100"/>
              <a:gd name="connsiteY7" fmla="*/ 133350 h 857250"/>
              <a:gd name="connsiteX8" fmla="*/ 685800 w 1943100"/>
              <a:gd name="connsiteY8" fmla="*/ 76200 h 857250"/>
              <a:gd name="connsiteX9" fmla="*/ 438150 w 1943100"/>
              <a:gd name="connsiteY9" fmla="*/ 171450 h 857250"/>
              <a:gd name="connsiteX10" fmla="*/ 304800 w 1943100"/>
              <a:gd name="connsiteY10" fmla="*/ 342900 h 857250"/>
              <a:gd name="connsiteX11" fmla="*/ 285750 w 1943100"/>
              <a:gd name="connsiteY11" fmla="*/ 400050 h 857250"/>
              <a:gd name="connsiteX12" fmla="*/ 323850 w 1943100"/>
              <a:gd name="connsiteY12" fmla="*/ 800100 h 857250"/>
              <a:gd name="connsiteX13" fmla="*/ 381000 w 1943100"/>
              <a:gd name="connsiteY13" fmla="*/ 819150 h 857250"/>
              <a:gd name="connsiteX14" fmla="*/ 457200 w 1943100"/>
              <a:gd name="connsiteY14" fmla="*/ 857250 h 857250"/>
              <a:gd name="connsiteX15" fmla="*/ 933450 w 1943100"/>
              <a:gd name="connsiteY15" fmla="*/ 819150 h 857250"/>
              <a:gd name="connsiteX16" fmla="*/ 1104900 w 1943100"/>
              <a:gd name="connsiteY16" fmla="*/ 723900 h 857250"/>
              <a:gd name="connsiteX17" fmla="*/ 1314450 w 1943100"/>
              <a:gd name="connsiteY17" fmla="*/ 609600 h 857250"/>
              <a:gd name="connsiteX18" fmla="*/ 1371600 w 1943100"/>
              <a:gd name="connsiteY18" fmla="*/ 552450 h 857250"/>
              <a:gd name="connsiteX19" fmla="*/ 1581150 w 1943100"/>
              <a:gd name="connsiteY19" fmla="*/ 457200 h 857250"/>
              <a:gd name="connsiteX20" fmla="*/ 1657350 w 1943100"/>
              <a:gd name="connsiteY20" fmla="*/ 400050 h 857250"/>
              <a:gd name="connsiteX21" fmla="*/ 1943100 w 1943100"/>
              <a:gd name="connsiteY21" fmla="*/ 381000 h 857250"/>
              <a:gd name="connsiteX0" fmla="*/ 0 w 1943100"/>
              <a:gd name="connsiteY0" fmla="*/ 0 h 857250"/>
              <a:gd name="connsiteX1" fmla="*/ 38100 w 1943100"/>
              <a:gd name="connsiteY1" fmla="*/ 266700 h 857250"/>
              <a:gd name="connsiteX2" fmla="*/ 76200 w 1943100"/>
              <a:gd name="connsiteY2" fmla="*/ 323850 h 857250"/>
              <a:gd name="connsiteX3" fmla="*/ 152400 w 1943100"/>
              <a:gd name="connsiteY3" fmla="*/ 361950 h 857250"/>
              <a:gd name="connsiteX4" fmla="*/ 419100 w 1943100"/>
              <a:gd name="connsiteY4" fmla="*/ 419100 h 857250"/>
              <a:gd name="connsiteX5" fmla="*/ 742950 w 1943100"/>
              <a:gd name="connsiteY5" fmla="*/ 361950 h 857250"/>
              <a:gd name="connsiteX6" fmla="*/ 800100 w 1943100"/>
              <a:gd name="connsiteY6" fmla="*/ 285750 h 857250"/>
              <a:gd name="connsiteX7" fmla="*/ 742950 w 1943100"/>
              <a:gd name="connsiteY7" fmla="*/ 133350 h 857250"/>
              <a:gd name="connsiteX8" fmla="*/ 685800 w 1943100"/>
              <a:gd name="connsiteY8" fmla="*/ 76200 h 857250"/>
              <a:gd name="connsiteX9" fmla="*/ 438150 w 1943100"/>
              <a:gd name="connsiteY9" fmla="*/ 171450 h 857250"/>
              <a:gd name="connsiteX10" fmla="*/ 304800 w 1943100"/>
              <a:gd name="connsiteY10" fmla="*/ 342900 h 857250"/>
              <a:gd name="connsiteX11" fmla="*/ 285750 w 1943100"/>
              <a:gd name="connsiteY11" fmla="*/ 400050 h 857250"/>
              <a:gd name="connsiteX12" fmla="*/ 323850 w 1943100"/>
              <a:gd name="connsiteY12" fmla="*/ 800100 h 857250"/>
              <a:gd name="connsiteX13" fmla="*/ 381000 w 1943100"/>
              <a:gd name="connsiteY13" fmla="*/ 819150 h 857250"/>
              <a:gd name="connsiteX14" fmla="*/ 457200 w 1943100"/>
              <a:gd name="connsiteY14" fmla="*/ 857250 h 857250"/>
              <a:gd name="connsiteX15" fmla="*/ 933450 w 1943100"/>
              <a:gd name="connsiteY15" fmla="*/ 819150 h 857250"/>
              <a:gd name="connsiteX16" fmla="*/ 1104900 w 1943100"/>
              <a:gd name="connsiteY16" fmla="*/ 723900 h 857250"/>
              <a:gd name="connsiteX17" fmla="*/ 1314450 w 1943100"/>
              <a:gd name="connsiteY17" fmla="*/ 609600 h 857250"/>
              <a:gd name="connsiteX18" fmla="*/ 1371600 w 1943100"/>
              <a:gd name="connsiteY18" fmla="*/ 552450 h 857250"/>
              <a:gd name="connsiteX19" fmla="*/ 1581150 w 1943100"/>
              <a:gd name="connsiteY19" fmla="*/ 457200 h 857250"/>
              <a:gd name="connsiteX20" fmla="*/ 1657350 w 1943100"/>
              <a:gd name="connsiteY20" fmla="*/ 400050 h 857250"/>
              <a:gd name="connsiteX21" fmla="*/ 1943100 w 1943100"/>
              <a:gd name="connsiteY21" fmla="*/ 381000 h 857250"/>
              <a:gd name="connsiteX0" fmla="*/ 0 w 1943100"/>
              <a:gd name="connsiteY0" fmla="*/ 0 h 857250"/>
              <a:gd name="connsiteX1" fmla="*/ 38100 w 1943100"/>
              <a:gd name="connsiteY1" fmla="*/ 266700 h 857250"/>
              <a:gd name="connsiteX2" fmla="*/ 76200 w 1943100"/>
              <a:gd name="connsiteY2" fmla="*/ 323850 h 857250"/>
              <a:gd name="connsiteX3" fmla="*/ 152400 w 1943100"/>
              <a:gd name="connsiteY3" fmla="*/ 361950 h 857250"/>
              <a:gd name="connsiteX4" fmla="*/ 419100 w 1943100"/>
              <a:gd name="connsiteY4" fmla="*/ 419100 h 857250"/>
              <a:gd name="connsiteX5" fmla="*/ 742950 w 1943100"/>
              <a:gd name="connsiteY5" fmla="*/ 361950 h 857250"/>
              <a:gd name="connsiteX6" fmla="*/ 800100 w 1943100"/>
              <a:gd name="connsiteY6" fmla="*/ 285750 h 857250"/>
              <a:gd name="connsiteX7" fmla="*/ 742950 w 1943100"/>
              <a:gd name="connsiteY7" fmla="*/ 133350 h 857250"/>
              <a:gd name="connsiteX8" fmla="*/ 685800 w 1943100"/>
              <a:gd name="connsiteY8" fmla="*/ 76200 h 857250"/>
              <a:gd name="connsiteX9" fmla="*/ 438150 w 1943100"/>
              <a:gd name="connsiteY9" fmla="*/ 171450 h 857250"/>
              <a:gd name="connsiteX10" fmla="*/ 304800 w 1943100"/>
              <a:gd name="connsiteY10" fmla="*/ 342900 h 857250"/>
              <a:gd name="connsiteX11" fmla="*/ 285750 w 1943100"/>
              <a:gd name="connsiteY11" fmla="*/ 400050 h 857250"/>
              <a:gd name="connsiteX12" fmla="*/ 323850 w 1943100"/>
              <a:gd name="connsiteY12" fmla="*/ 800100 h 857250"/>
              <a:gd name="connsiteX13" fmla="*/ 381000 w 1943100"/>
              <a:gd name="connsiteY13" fmla="*/ 819150 h 857250"/>
              <a:gd name="connsiteX14" fmla="*/ 457200 w 1943100"/>
              <a:gd name="connsiteY14" fmla="*/ 857250 h 857250"/>
              <a:gd name="connsiteX15" fmla="*/ 933450 w 1943100"/>
              <a:gd name="connsiteY15" fmla="*/ 819150 h 857250"/>
              <a:gd name="connsiteX16" fmla="*/ 1104900 w 1943100"/>
              <a:gd name="connsiteY16" fmla="*/ 723900 h 857250"/>
              <a:gd name="connsiteX17" fmla="*/ 1314450 w 1943100"/>
              <a:gd name="connsiteY17" fmla="*/ 609600 h 857250"/>
              <a:gd name="connsiteX18" fmla="*/ 1371600 w 1943100"/>
              <a:gd name="connsiteY18" fmla="*/ 552450 h 857250"/>
              <a:gd name="connsiteX19" fmla="*/ 1581150 w 1943100"/>
              <a:gd name="connsiteY19" fmla="*/ 457200 h 857250"/>
              <a:gd name="connsiteX20" fmla="*/ 1657350 w 1943100"/>
              <a:gd name="connsiteY20" fmla="*/ 400050 h 857250"/>
              <a:gd name="connsiteX21" fmla="*/ 1943100 w 1943100"/>
              <a:gd name="connsiteY21" fmla="*/ 381000 h 857250"/>
              <a:gd name="connsiteX0" fmla="*/ 0 w 1943100"/>
              <a:gd name="connsiteY0" fmla="*/ 0 h 857250"/>
              <a:gd name="connsiteX1" fmla="*/ 100013 w 1943100"/>
              <a:gd name="connsiteY1" fmla="*/ 245269 h 857250"/>
              <a:gd name="connsiteX2" fmla="*/ 76200 w 1943100"/>
              <a:gd name="connsiteY2" fmla="*/ 323850 h 857250"/>
              <a:gd name="connsiteX3" fmla="*/ 152400 w 1943100"/>
              <a:gd name="connsiteY3" fmla="*/ 361950 h 857250"/>
              <a:gd name="connsiteX4" fmla="*/ 419100 w 1943100"/>
              <a:gd name="connsiteY4" fmla="*/ 419100 h 857250"/>
              <a:gd name="connsiteX5" fmla="*/ 742950 w 1943100"/>
              <a:gd name="connsiteY5" fmla="*/ 361950 h 857250"/>
              <a:gd name="connsiteX6" fmla="*/ 800100 w 1943100"/>
              <a:gd name="connsiteY6" fmla="*/ 285750 h 857250"/>
              <a:gd name="connsiteX7" fmla="*/ 742950 w 1943100"/>
              <a:gd name="connsiteY7" fmla="*/ 133350 h 857250"/>
              <a:gd name="connsiteX8" fmla="*/ 685800 w 1943100"/>
              <a:gd name="connsiteY8" fmla="*/ 76200 h 857250"/>
              <a:gd name="connsiteX9" fmla="*/ 438150 w 1943100"/>
              <a:gd name="connsiteY9" fmla="*/ 171450 h 857250"/>
              <a:gd name="connsiteX10" fmla="*/ 304800 w 1943100"/>
              <a:gd name="connsiteY10" fmla="*/ 342900 h 857250"/>
              <a:gd name="connsiteX11" fmla="*/ 285750 w 1943100"/>
              <a:gd name="connsiteY11" fmla="*/ 400050 h 857250"/>
              <a:gd name="connsiteX12" fmla="*/ 323850 w 1943100"/>
              <a:gd name="connsiteY12" fmla="*/ 800100 h 857250"/>
              <a:gd name="connsiteX13" fmla="*/ 381000 w 1943100"/>
              <a:gd name="connsiteY13" fmla="*/ 819150 h 857250"/>
              <a:gd name="connsiteX14" fmla="*/ 457200 w 1943100"/>
              <a:gd name="connsiteY14" fmla="*/ 857250 h 857250"/>
              <a:gd name="connsiteX15" fmla="*/ 933450 w 1943100"/>
              <a:gd name="connsiteY15" fmla="*/ 819150 h 857250"/>
              <a:gd name="connsiteX16" fmla="*/ 1104900 w 1943100"/>
              <a:gd name="connsiteY16" fmla="*/ 723900 h 857250"/>
              <a:gd name="connsiteX17" fmla="*/ 1314450 w 1943100"/>
              <a:gd name="connsiteY17" fmla="*/ 609600 h 857250"/>
              <a:gd name="connsiteX18" fmla="*/ 1371600 w 1943100"/>
              <a:gd name="connsiteY18" fmla="*/ 552450 h 857250"/>
              <a:gd name="connsiteX19" fmla="*/ 1581150 w 1943100"/>
              <a:gd name="connsiteY19" fmla="*/ 457200 h 857250"/>
              <a:gd name="connsiteX20" fmla="*/ 1657350 w 1943100"/>
              <a:gd name="connsiteY20" fmla="*/ 400050 h 857250"/>
              <a:gd name="connsiteX21" fmla="*/ 1943100 w 1943100"/>
              <a:gd name="connsiteY21" fmla="*/ 381000 h 857250"/>
              <a:gd name="connsiteX0" fmla="*/ 0 w 1943100"/>
              <a:gd name="connsiteY0" fmla="*/ 0 h 857250"/>
              <a:gd name="connsiteX1" fmla="*/ 28575 w 1943100"/>
              <a:gd name="connsiteY1" fmla="*/ 273844 h 857250"/>
              <a:gd name="connsiteX2" fmla="*/ 76200 w 1943100"/>
              <a:gd name="connsiteY2" fmla="*/ 323850 h 857250"/>
              <a:gd name="connsiteX3" fmla="*/ 152400 w 1943100"/>
              <a:gd name="connsiteY3" fmla="*/ 361950 h 857250"/>
              <a:gd name="connsiteX4" fmla="*/ 419100 w 1943100"/>
              <a:gd name="connsiteY4" fmla="*/ 419100 h 857250"/>
              <a:gd name="connsiteX5" fmla="*/ 742950 w 1943100"/>
              <a:gd name="connsiteY5" fmla="*/ 361950 h 857250"/>
              <a:gd name="connsiteX6" fmla="*/ 800100 w 1943100"/>
              <a:gd name="connsiteY6" fmla="*/ 285750 h 857250"/>
              <a:gd name="connsiteX7" fmla="*/ 742950 w 1943100"/>
              <a:gd name="connsiteY7" fmla="*/ 133350 h 857250"/>
              <a:gd name="connsiteX8" fmla="*/ 685800 w 1943100"/>
              <a:gd name="connsiteY8" fmla="*/ 76200 h 857250"/>
              <a:gd name="connsiteX9" fmla="*/ 438150 w 1943100"/>
              <a:gd name="connsiteY9" fmla="*/ 171450 h 857250"/>
              <a:gd name="connsiteX10" fmla="*/ 304800 w 1943100"/>
              <a:gd name="connsiteY10" fmla="*/ 342900 h 857250"/>
              <a:gd name="connsiteX11" fmla="*/ 285750 w 1943100"/>
              <a:gd name="connsiteY11" fmla="*/ 400050 h 857250"/>
              <a:gd name="connsiteX12" fmla="*/ 323850 w 1943100"/>
              <a:gd name="connsiteY12" fmla="*/ 800100 h 857250"/>
              <a:gd name="connsiteX13" fmla="*/ 381000 w 1943100"/>
              <a:gd name="connsiteY13" fmla="*/ 819150 h 857250"/>
              <a:gd name="connsiteX14" fmla="*/ 457200 w 1943100"/>
              <a:gd name="connsiteY14" fmla="*/ 857250 h 857250"/>
              <a:gd name="connsiteX15" fmla="*/ 933450 w 1943100"/>
              <a:gd name="connsiteY15" fmla="*/ 819150 h 857250"/>
              <a:gd name="connsiteX16" fmla="*/ 1104900 w 1943100"/>
              <a:gd name="connsiteY16" fmla="*/ 723900 h 857250"/>
              <a:gd name="connsiteX17" fmla="*/ 1314450 w 1943100"/>
              <a:gd name="connsiteY17" fmla="*/ 609600 h 857250"/>
              <a:gd name="connsiteX18" fmla="*/ 1371600 w 1943100"/>
              <a:gd name="connsiteY18" fmla="*/ 552450 h 857250"/>
              <a:gd name="connsiteX19" fmla="*/ 1581150 w 1943100"/>
              <a:gd name="connsiteY19" fmla="*/ 457200 h 857250"/>
              <a:gd name="connsiteX20" fmla="*/ 1657350 w 1943100"/>
              <a:gd name="connsiteY20" fmla="*/ 400050 h 857250"/>
              <a:gd name="connsiteX21" fmla="*/ 1943100 w 1943100"/>
              <a:gd name="connsiteY21" fmla="*/ 381000 h 857250"/>
              <a:gd name="connsiteX0" fmla="*/ 0 w 1943100"/>
              <a:gd name="connsiteY0" fmla="*/ 0 h 857250"/>
              <a:gd name="connsiteX1" fmla="*/ 28575 w 1943100"/>
              <a:gd name="connsiteY1" fmla="*/ 273844 h 857250"/>
              <a:gd name="connsiteX2" fmla="*/ 152400 w 1943100"/>
              <a:gd name="connsiteY2" fmla="*/ 361950 h 857250"/>
              <a:gd name="connsiteX3" fmla="*/ 419100 w 1943100"/>
              <a:gd name="connsiteY3" fmla="*/ 419100 h 857250"/>
              <a:gd name="connsiteX4" fmla="*/ 742950 w 1943100"/>
              <a:gd name="connsiteY4" fmla="*/ 361950 h 857250"/>
              <a:gd name="connsiteX5" fmla="*/ 800100 w 1943100"/>
              <a:gd name="connsiteY5" fmla="*/ 285750 h 857250"/>
              <a:gd name="connsiteX6" fmla="*/ 742950 w 1943100"/>
              <a:gd name="connsiteY6" fmla="*/ 133350 h 857250"/>
              <a:gd name="connsiteX7" fmla="*/ 685800 w 1943100"/>
              <a:gd name="connsiteY7" fmla="*/ 76200 h 857250"/>
              <a:gd name="connsiteX8" fmla="*/ 438150 w 1943100"/>
              <a:gd name="connsiteY8" fmla="*/ 171450 h 857250"/>
              <a:gd name="connsiteX9" fmla="*/ 304800 w 1943100"/>
              <a:gd name="connsiteY9" fmla="*/ 342900 h 857250"/>
              <a:gd name="connsiteX10" fmla="*/ 285750 w 1943100"/>
              <a:gd name="connsiteY10" fmla="*/ 400050 h 857250"/>
              <a:gd name="connsiteX11" fmla="*/ 323850 w 1943100"/>
              <a:gd name="connsiteY11" fmla="*/ 800100 h 857250"/>
              <a:gd name="connsiteX12" fmla="*/ 381000 w 1943100"/>
              <a:gd name="connsiteY12" fmla="*/ 819150 h 857250"/>
              <a:gd name="connsiteX13" fmla="*/ 457200 w 1943100"/>
              <a:gd name="connsiteY13" fmla="*/ 857250 h 857250"/>
              <a:gd name="connsiteX14" fmla="*/ 933450 w 1943100"/>
              <a:gd name="connsiteY14" fmla="*/ 819150 h 857250"/>
              <a:gd name="connsiteX15" fmla="*/ 1104900 w 1943100"/>
              <a:gd name="connsiteY15" fmla="*/ 723900 h 857250"/>
              <a:gd name="connsiteX16" fmla="*/ 1314450 w 1943100"/>
              <a:gd name="connsiteY16" fmla="*/ 609600 h 857250"/>
              <a:gd name="connsiteX17" fmla="*/ 1371600 w 1943100"/>
              <a:gd name="connsiteY17" fmla="*/ 552450 h 857250"/>
              <a:gd name="connsiteX18" fmla="*/ 1581150 w 1943100"/>
              <a:gd name="connsiteY18" fmla="*/ 457200 h 857250"/>
              <a:gd name="connsiteX19" fmla="*/ 1657350 w 1943100"/>
              <a:gd name="connsiteY19" fmla="*/ 400050 h 857250"/>
              <a:gd name="connsiteX20" fmla="*/ 1943100 w 1943100"/>
              <a:gd name="connsiteY20" fmla="*/ 381000 h 857250"/>
              <a:gd name="connsiteX0" fmla="*/ 0 w 1943100"/>
              <a:gd name="connsiteY0" fmla="*/ 0 h 857250"/>
              <a:gd name="connsiteX1" fmla="*/ 42863 w 1943100"/>
              <a:gd name="connsiteY1" fmla="*/ 273844 h 857250"/>
              <a:gd name="connsiteX2" fmla="*/ 152400 w 1943100"/>
              <a:gd name="connsiteY2" fmla="*/ 361950 h 857250"/>
              <a:gd name="connsiteX3" fmla="*/ 419100 w 1943100"/>
              <a:gd name="connsiteY3" fmla="*/ 419100 h 857250"/>
              <a:gd name="connsiteX4" fmla="*/ 742950 w 1943100"/>
              <a:gd name="connsiteY4" fmla="*/ 361950 h 857250"/>
              <a:gd name="connsiteX5" fmla="*/ 800100 w 1943100"/>
              <a:gd name="connsiteY5" fmla="*/ 285750 h 857250"/>
              <a:gd name="connsiteX6" fmla="*/ 742950 w 1943100"/>
              <a:gd name="connsiteY6" fmla="*/ 133350 h 857250"/>
              <a:gd name="connsiteX7" fmla="*/ 685800 w 1943100"/>
              <a:gd name="connsiteY7" fmla="*/ 76200 h 857250"/>
              <a:gd name="connsiteX8" fmla="*/ 438150 w 1943100"/>
              <a:gd name="connsiteY8" fmla="*/ 171450 h 857250"/>
              <a:gd name="connsiteX9" fmla="*/ 304800 w 1943100"/>
              <a:gd name="connsiteY9" fmla="*/ 342900 h 857250"/>
              <a:gd name="connsiteX10" fmla="*/ 285750 w 1943100"/>
              <a:gd name="connsiteY10" fmla="*/ 400050 h 857250"/>
              <a:gd name="connsiteX11" fmla="*/ 323850 w 1943100"/>
              <a:gd name="connsiteY11" fmla="*/ 800100 h 857250"/>
              <a:gd name="connsiteX12" fmla="*/ 381000 w 1943100"/>
              <a:gd name="connsiteY12" fmla="*/ 819150 h 857250"/>
              <a:gd name="connsiteX13" fmla="*/ 457200 w 1943100"/>
              <a:gd name="connsiteY13" fmla="*/ 857250 h 857250"/>
              <a:gd name="connsiteX14" fmla="*/ 933450 w 1943100"/>
              <a:gd name="connsiteY14" fmla="*/ 819150 h 857250"/>
              <a:gd name="connsiteX15" fmla="*/ 1104900 w 1943100"/>
              <a:gd name="connsiteY15" fmla="*/ 723900 h 857250"/>
              <a:gd name="connsiteX16" fmla="*/ 1314450 w 1943100"/>
              <a:gd name="connsiteY16" fmla="*/ 609600 h 857250"/>
              <a:gd name="connsiteX17" fmla="*/ 1371600 w 1943100"/>
              <a:gd name="connsiteY17" fmla="*/ 552450 h 857250"/>
              <a:gd name="connsiteX18" fmla="*/ 1581150 w 1943100"/>
              <a:gd name="connsiteY18" fmla="*/ 457200 h 857250"/>
              <a:gd name="connsiteX19" fmla="*/ 1657350 w 1943100"/>
              <a:gd name="connsiteY19" fmla="*/ 400050 h 857250"/>
              <a:gd name="connsiteX20" fmla="*/ 1943100 w 1943100"/>
              <a:gd name="connsiteY20" fmla="*/ 381000 h 857250"/>
              <a:gd name="connsiteX0" fmla="*/ 0 w 1943100"/>
              <a:gd name="connsiteY0" fmla="*/ 0 h 857250"/>
              <a:gd name="connsiteX1" fmla="*/ 152400 w 1943100"/>
              <a:gd name="connsiteY1" fmla="*/ 361950 h 857250"/>
              <a:gd name="connsiteX2" fmla="*/ 419100 w 1943100"/>
              <a:gd name="connsiteY2" fmla="*/ 419100 h 857250"/>
              <a:gd name="connsiteX3" fmla="*/ 742950 w 1943100"/>
              <a:gd name="connsiteY3" fmla="*/ 361950 h 857250"/>
              <a:gd name="connsiteX4" fmla="*/ 800100 w 1943100"/>
              <a:gd name="connsiteY4" fmla="*/ 285750 h 857250"/>
              <a:gd name="connsiteX5" fmla="*/ 742950 w 1943100"/>
              <a:gd name="connsiteY5" fmla="*/ 133350 h 857250"/>
              <a:gd name="connsiteX6" fmla="*/ 685800 w 1943100"/>
              <a:gd name="connsiteY6" fmla="*/ 76200 h 857250"/>
              <a:gd name="connsiteX7" fmla="*/ 438150 w 1943100"/>
              <a:gd name="connsiteY7" fmla="*/ 171450 h 857250"/>
              <a:gd name="connsiteX8" fmla="*/ 304800 w 1943100"/>
              <a:gd name="connsiteY8" fmla="*/ 342900 h 857250"/>
              <a:gd name="connsiteX9" fmla="*/ 285750 w 1943100"/>
              <a:gd name="connsiteY9" fmla="*/ 400050 h 857250"/>
              <a:gd name="connsiteX10" fmla="*/ 323850 w 1943100"/>
              <a:gd name="connsiteY10" fmla="*/ 800100 h 857250"/>
              <a:gd name="connsiteX11" fmla="*/ 381000 w 1943100"/>
              <a:gd name="connsiteY11" fmla="*/ 819150 h 857250"/>
              <a:gd name="connsiteX12" fmla="*/ 457200 w 1943100"/>
              <a:gd name="connsiteY12" fmla="*/ 857250 h 857250"/>
              <a:gd name="connsiteX13" fmla="*/ 933450 w 1943100"/>
              <a:gd name="connsiteY13" fmla="*/ 819150 h 857250"/>
              <a:gd name="connsiteX14" fmla="*/ 1104900 w 1943100"/>
              <a:gd name="connsiteY14" fmla="*/ 723900 h 857250"/>
              <a:gd name="connsiteX15" fmla="*/ 1314450 w 1943100"/>
              <a:gd name="connsiteY15" fmla="*/ 609600 h 857250"/>
              <a:gd name="connsiteX16" fmla="*/ 1371600 w 1943100"/>
              <a:gd name="connsiteY16" fmla="*/ 552450 h 857250"/>
              <a:gd name="connsiteX17" fmla="*/ 1581150 w 1943100"/>
              <a:gd name="connsiteY17" fmla="*/ 457200 h 857250"/>
              <a:gd name="connsiteX18" fmla="*/ 1657350 w 1943100"/>
              <a:gd name="connsiteY18" fmla="*/ 400050 h 857250"/>
              <a:gd name="connsiteX19" fmla="*/ 1943100 w 1943100"/>
              <a:gd name="connsiteY19" fmla="*/ 381000 h 857250"/>
              <a:gd name="connsiteX0" fmla="*/ 0 w 1943100"/>
              <a:gd name="connsiteY0" fmla="*/ 0 h 857250"/>
              <a:gd name="connsiteX1" fmla="*/ 152400 w 1943100"/>
              <a:gd name="connsiteY1" fmla="*/ 361950 h 857250"/>
              <a:gd name="connsiteX2" fmla="*/ 742950 w 1943100"/>
              <a:gd name="connsiteY2" fmla="*/ 361950 h 857250"/>
              <a:gd name="connsiteX3" fmla="*/ 800100 w 1943100"/>
              <a:gd name="connsiteY3" fmla="*/ 285750 h 857250"/>
              <a:gd name="connsiteX4" fmla="*/ 742950 w 1943100"/>
              <a:gd name="connsiteY4" fmla="*/ 133350 h 857250"/>
              <a:gd name="connsiteX5" fmla="*/ 685800 w 1943100"/>
              <a:gd name="connsiteY5" fmla="*/ 76200 h 857250"/>
              <a:gd name="connsiteX6" fmla="*/ 438150 w 1943100"/>
              <a:gd name="connsiteY6" fmla="*/ 171450 h 857250"/>
              <a:gd name="connsiteX7" fmla="*/ 304800 w 1943100"/>
              <a:gd name="connsiteY7" fmla="*/ 342900 h 857250"/>
              <a:gd name="connsiteX8" fmla="*/ 285750 w 1943100"/>
              <a:gd name="connsiteY8" fmla="*/ 400050 h 857250"/>
              <a:gd name="connsiteX9" fmla="*/ 323850 w 1943100"/>
              <a:gd name="connsiteY9" fmla="*/ 800100 h 857250"/>
              <a:gd name="connsiteX10" fmla="*/ 381000 w 1943100"/>
              <a:gd name="connsiteY10" fmla="*/ 819150 h 857250"/>
              <a:gd name="connsiteX11" fmla="*/ 457200 w 1943100"/>
              <a:gd name="connsiteY11" fmla="*/ 857250 h 857250"/>
              <a:gd name="connsiteX12" fmla="*/ 933450 w 1943100"/>
              <a:gd name="connsiteY12" fmla="*/ 819150 h 857250"/>
              <a:gd name="connsiteX13" fmla="*/ 1104900 w 1943100"/>
              <a:gd name="connsiteY13" fmla="*/ 723900 h 857250"/>
              <a:gd name="connsiteX14" fmla="*/ 1314450 w 1943100"/>
              <a:gd name="connsiteY14" fmla="*/ 609600 h 857250"/>
              <a:gd name="connsiteX15" fmla="*/ 1371600 w 1943100"/>
              <a:gd name="connsiteY15" fmla="*/ 552450 h 857250"/>
              <a:gd name="connsiteX16" fmla="*/ 1581150 w 1943100"/>
              <a:gd name="connsiteY16" fmla="*/ 457200 h 857250"/>
              <a:gd name="connsiteX17" fmla="*/ 1657350 w 1943100"/>
              <a:gd name="connsiteY17" fmla="*/ 400050 h 857250"/>
              <a:gd name="connsiteX18" fmla="*/ 1943100 w 1943100"/>
              <a:gd name="connsiteY18" fmla="*/ 381000 h 857250"/>
              <a:gd name="connsiteX0" fmla="*/ 0 w 1943100"/>
              <a:gd name="connsiteY0" fmla="*/ 0 h 857250"/>
              <a:gd name="connsiteX1" fmla="*/ 152400 w 1943100"/>
              <a:gd name="connsiteY1" fmla="*/ 361950 h 857250"/>
              <a:gd name="connsiteX2" fmla="*/ 742950 w 1943100"/>
              <a:gd name="connsiteY2" fmla="*/ 361950 h 857250"/>
              <a:gd name="connsiteX3" fmla="*/ 800100 w 1943100"/>
              <a:gd name="connsiteY3" fmla="*/ 285750 h 857250"/>
              <a:gd name="connsiteX4" fmla="*/ 685800 w 1943100"/>
              <a:gd name="connsiteY4" fmla="*/ 76200 h 857250"/>
              <a:gd name="connsiteX5" fmla="*/ 438150 w 1943100"/>
              <a:gd name="connsiteY5" fmla="*/ 171450 h 857250"/>
              <a:gd name="connsiteX6" fmla="*/ 304800 w 1943100"/>
              <a:gd name="connsiteY6" fmla="*/ 342900 h 857250"/>
              <a:gd name="connsiteX7" fmla="*/ 285750 w 1943100"/>
              <a:gd name="connsiteY7" fmla="*/ 400050 h 857250"/>
              <a:gd name="connsiteX8" fmla="*/ 323850 w 1943100"/>
              <a:gd name="connsiteY8" fmla="*/ 800100 h 857250"/>
              <a:gd name="connsiteX9" fmla="*/ 381000 w 1943100"/>
              <a:gd name="connsiteY9" fmla="*/ 819150 h 857250"/>
              <a:gd name="connsiteX10" fmla="*/ 457200 w 1943100"/>
              <a:gd name="connsiteY10" fmla="*/ 857250 h 857250"/>
              <a:gd name="connsiteX11" fmla="*/ 933450 w 1943100"/>
              <a:gd name="connsiteY11" fmla="*/ 819150 h 857250"/>
              <a:gd name="connsiteX12" fmla="*/ 1104900 w 1943100"/>
              <a:gd name="connsiteY12" fmla="*/ 723900 h 857250"/>
              <a:gd name="connsiteX13" fmla="*/ 1314450 w 1943100"/>
              <a:gd name="connsiteY13" fmla="*/ 609600 h 857250"/>
              <a:gd name="connsiteX14" fmla="*/ 1371600 w 1943100"/>
              <a:gd name="connsiteY14" fmla="*/ 552450 h 857250"/>
              <a:gd name="connsiteX15" fmla="*/ 1581150 w 1943100"/>
              <a:gd name="connsiteY15" fmla="*/ 457200 h 857250"/>
              <a:gd name="connsiteX16" fmla="*/ 1657350 w 1943100"/>
              <a:gd name="connsiteY16" fmla="*/ 400050 h 857250"/>
              <a:gd name="connsiteX17" fmla="*/ 1943100 w 1943100"/>
              <a:gd name="connsiteY17" fmla="*/ 381000 h 857250"/>
              <a:gd name="connsiteX0" fmla="*/ 0 w 1943100"/>
              <a:gd name="connsiteY0" fmla="*/ 0 h 857250"/>
              <a:gd name="connsiteX1" fmla="*/ 152400 w 1943100"/>
              <a:gd name="connsiteY1" fmla="*/ 361950 h 857250"/>
              <a:gd name="connsiteX2" fmla="*/ 742950 w 1943100"/>
              <a:gd name="connsiteY2" fmla="*/ 361950 h 857250"/>
              <a:gd name="connsiteX3" fmla="*/ 773907 w 1943100"/>
              <a:gd name="connsiteY3" fmla="*/ 180975 h 857250"/>
              <a:gd name="connsiteX4" fmla="*/ 685800 w 1943100"/>
              <a:gd name="connsiteY4" fmla="*/ 76200 h 857250"/>
              <a:gd name="connsiteX5" fmla="*/ 438150 w 1943100"/>
              <a:gd name="connsiteY5" fmla="*/ 171450 h 857250"/>
              <a:gd name="connsiteX6" fmla="*/ 304800 w 1943100"/>
              <a:gd name="connsiteY6" fmla="*/ 342900 h 857250"/>
              <a:gd name="connsiteX7" fmla="*/ 285750 w 1943100"/>
              <a:gd name="connsiteY7" fmla="*/ 400050 h 857250"/>
              <a:gd name="connsiteX8" fmla="*/ 323850 w 1943100"/>
              <a:gd name="connsiteY8" fmla="*/ 800100 h 857250"/>
              <a:gd name="connsiteX9" fmla="*/ 381000 w 1943100"/>
              <a:gd name="connsiteY9" fmla="*/ 819150 h 857250"/>
              <a:gd name="connsiteX10" fmla="*/ 457200 w 1943100"/>
              <a:gd name="connsiteY10" fmla="*/ 857250 h 857250"/>
              <a:gd name="connsiteX11" fmla="*/ 933450 w 1943100"/>
              <a:gd name="connsiteY11" fmla="*/ 819150 h 857250"/>
              <a:gd name="connsiteX12" fmla="*/ 1104900 w 1943100"/>
              <a:gd name="connsiteY12" fmla="*/ 723900 h 857250"/>
              <a:gd name="connsiteX13" fmla="*/ 1314450 w 1943100"/>
              <a:gd name="connsiteY13" fmla="*/ 609600 h 857250"/>
              <a:gd name="connsiteX14" fmla="*/ 1371600 w 1943100"/>
              <a:gd name="connsiteY14" fmla="*/ 552450 h 857250"/>
              <a:gd name="connsiteX15" fmla="*/ 1581150 w 1943100"/>
              <a:gd name="connsiteY15" fmla="*/ 457200 h 857250"/>
              <a:gd name="connsiteX16" fmla="*/ 1657350 w 1943100"/>
              <a:gd name="connsiteY16" fmla="*/ 400050 h 857250"/>
              <a:gd name="connsiteX17" fmla="*/ 1943100 w 1943100"/>
              <a:gd name="connsiteY17" fmla="*/ 381000 h 857250"/>
              <a:gd name="connsiteX0" fmla="*/ 0 w 1943100"/>
              <a:gd name="connsiteY0" fmla="*/ 0 h 857250"/>
              <a:gd name="connsiteX1" fmla="*/ 152400 w 1943100"/>
              <a:gd name="connsiteY1" fmla="*/ 361950 h 857250"/>
              <a:gd name="connsiteX2" fmla="*/ 742950 w 1943100"/>
              <a:gd name="connsiteY2" fmla="*/ 361950 h 857250"/>
              <a:gd name="connsiteX3" fmla="*/ 773907 w 1943100"/>
              <a:gd name="connsiteY3" fmla="*/ 180975 h 857250"/>
              <a:gd name="connsiteX4" fmla="*/ 621506 w 1943100"/>
              <a:gd name="connsiteY4" fmla="*/ 76200 h 857250"/>
              <a:gd name="connsiteX5" fmla="*/ 438150 w 1943100"/>
              <a:gd name="connsiteY5" fmla="*/ 171450 h 857250"/>
              <a:gd name="connsiteX6" fmla="*/ 304800 w 1943100"/>
              <a:gd name="connsiteY6" fmla="*/ 342900 h 857250"/>
              <a:gd name="connsiteX7" fmla="*/ 285750 w 1943100"/>
              <a:gd name="connsiteY7" fmla="*/ 400050 h 857250"/>
              <a:gd name="connsiteX8" fmla="*/ 323850 w 1943100"/>
              <a:gd name="connsiteY8" fmla="*/ 800100 h 857250"/>
              <a:gd name="connsiteX9" fmla="*/ 381000 w 1943100"/>
              <a:gd name="connsiteY9" fmla="*/ 819150 h 857250"/>
              <a:gd name="connsiteX10" fmla="*/ 457200 w 1943100"/>
              <a:gd name="connsiteY10" fmla="*/ 857250 h 857250"/>
              <a:gd name="connsiteX11" fmla="*/ 933450 w 1943100"/>
              <a:gd name="connsiteY11" fmla="*/ 819150 h 857250"/>
              <a:gd name="connsiteX12" fmla="*/ 1104900 w 1943100"/>
              <a:gd name="connsiteY12" fmla="*/ 723900 h 857250"/>
              <a:gd name="connsiteX13" fmla="*/ 1314450 w 1943100"/>
              <a:gd name="connsiteY13" fmla="*/ 609600 h 857250"/>
              <a:gd name="connsiteX14" fmla="*/ 1371600 w 1943100"/>
              <a:gd name="connsiteY14" fmla="*/ 552450 h 857250"/>
              <a:gd name="connsiteX15" fmla="*/ 1581150 w 1943100"/>
              <a:gd name="connsiteY15" fmla="*/ 457200 h 857250"/>
              <a:gd name="connsiteX16" fmla="*/ 1657350 w 1943100"/>
              <a:gd name="connsiteY16" fmla="*/ 400050 h 857250"/>
              <a:gd name="connsiteX17" fmla="*/ 1943100 w 1943100"/>
              <a:gd name="connsiteY17" fmla="*/ 381000 h 857250"/>
              <a:gd name="connsiteX0" fmla="*/ 0 w 1943100"/>
              <a:gd name="connsiteY0" fmla="*/ 0 h 857250"/>
              <a:gd name="connsiteX1" fmla="*/ 152400 w 1943100"/>
              <a:gd name="connsiteY1" fmla="*/ 361950 h 857250"/>
              <a:gd name="connsiteX2" fmla="*/ 742950 w 1943100"/>
              <a:gd name="connsiteY2" fmla="*/ 361950 h 857250"/>
              <a:gd name="connsiteX3" fmla="*/ 773907 w 1943100"/>
              <a:gd name="connsiteY3" fmla="*/ 180975 h 857250"/>
              <a:gd name="connsiteX4" fmla="*/ 621506 w 1943100"/>
              <a:gd name="connsiteY4" fmla="*/ 90488 h 857250"/>
              <a:gd name="connsiteX5" fmla="*/ 438150 w 1943100"/>
              <a:gd name="connsiteY5" fmla="*/ 171450 h 857250"/>
              <a:gd name="connsiteX6" fmla="*/ 304800 w 1943100"/>
              <a:gd name="connsiteY6" fmla="*/ 342900 h 857250"/>
              <a:gd name="connsiteX7" fmla="*/ 285750 w 1943100"/>
              <a:gd name="connsiteY7" fmla="*/ 400050 h 857250"/>
              <a:gd name="connsiteX8" fmla="*/ 323850 w 1943100"/>
              <a:gd name="connsiteY8" fmla="*/ 800100 h 857250"/>
              <a:gd name="connsiteX9" fmla="*/ 381000 w 1943100"/>
              <a:gd name="connsiteY9" fmla="*/ 819150 h 857250"/>
              <a:gd name="connsiteX10" fmla="*/ 457200 w 1943100"/>
              <a:gd name="connsiteY10" fmla="*/ 857250 h 857250"/>
              <a:gd name="connsiteX11" fmla="*/ 933450 w 1943100"/>
              <a:gd name="connsiteY11" fmla="*/ 819150 h 857250"/>
              <a:gd name="connsiteX12" fmla="*/ 1104900 w 1943100"/>
              <a:gd name="connsiteY12" fmla="*/ 723900 h 857250"/>
              <a:gd name="connsiteX13" fmla="*/ 1314450 w 1943100"/>
              <a:gd name="connsiteY13" fmla="*/ 609600 h 857250"/>
              <a:gd name="connsiteX14" fmla="*/ 1371600 w 1943100"/>
              <a:gd name="connsiteY14" fmla="*/ 552450 h 857250"/>
              <a:gd name="connsiteX15" fmla="*/ 1581150 w 1943100"/>
              <a:gd name="connsiteY15" fmla="*/ 457200 h 857250"/>
              <a:gd name="connsiteX16" fmla="*/ 1657350 w 1943100"/>
              <a:gd name="connsiteY16" fmla="*/ 400050 h 857250"/>
              <a:gd name="connsiteX17" fmla="*/ 1943100 w 1943100"/>
              <a:gd name="connsiteY17" fmla="*/ 381000 h 857250"/>
              <a:gd name="connsiteX0" fmla="*/ 0 w 1943100"/>
              <a:gd name="connsiteY0" fmla="*/ 0 h 857250"/>
              <a:gd name="connsiteX1" fmla="*/ 152400 w 1943100"/>
              <a:gd name="connsiteY1" fmla="*/ 361950 h 857250"/>
              <a:gd name="connsiteX2" fmla="*/ 742950 w 1943100"/>
              <a:gd name="connsiteY2" fmla="*/ 361950 h 857250"/>
              <a:gd name="connsiteX3" fmla="*/ 773907 w 1943100"/>
              <a:gd name="connsiteY3" fmla="*/ 180975 h 857250"/>
              <a:gd name="connsiteX4" fmla="*/ 621506 w 1943100"/>
              <a:gd name="connsiteY4" fmla="*/ 104775 h 857250"/>
              <a:gd name="connsiteX5" fmla="*/ 438150 w 1943100"/>
              <a:gd name="connsiteY5" fmla="*/ 171450 h 857250"/>
              <a:gd name="connsiteX6" fmla="*/ 304800 w 1943100"/>
              <a:gd name="connsiteY6" fmla="*/ 342900 h 857250"/>
              <a:gd name="connsiteX7" fmla="*/ 285750 w 1943100"/>
              <a:gd name="connsiteY7" fmla="*/ 400050 h 857250"/>
              <a:gd name="connsiteX8" fmla="*/ 323850 w 1943100"/>
              <a:gd name="connsiteY8" fmla="*/ 800100 h 857250"/>
              <a:gd name="connsiteX9" fmla="*/ 381000 w 1943100"/>
              <a:gd name="connsiteY9" fmla="*/ 819150 h 857250"/>
              <a:gd name="connsiteX10" fmla="*/ 457200 w 1943100"/>
              <a:gd name="connsiteY10" fmla="*/ 857250 h 857250"/>
              <a:gd name="connsiteX11" fmla="*/ 933450 w 1943100"/>
              <a:gd name="connsiteY11" fmla="*/ 819150 h 857250"/>
              <a:gd name="connsiteX12" fmla="*/ 1104900 w 1943100"/>
              <a:gd name="connsiteY12" fmla="*/ 723900 h 857250"/>
              <a:gd name="connsiteX13" fmla="*/ 1314450 w 1943100"/>
              <a:gd name="connsiteY13" fmla="*/ 609600 h 857250"/>
              <a:gd name="connsiteX14" fmla="*/ 1371600 w 1943100"/>
              <a:gd name="connsiteY14" fmla="*/ 552450 h 857250"/>
              <a:gd name="connsiteX15" fmla="*/ 1581150 w 1943100"/>
              <a:gd name="connsiteY15" fmla="*/ 457200 h 857250"/>
              <a:gd name="connsiteX16" fmla="*/ 1657350 w 1943100"/>
              <a:gd name="connsiteY16" fmla="*/ 400050 h 857250"/>
              <a:gd name="connsiteX17" fmla="*/ 1943100 w 1943100"/>
              <a:gd name="connsiteY17" fmla="*/ 381000 h 857250"/>
              <a:gd name="connsiteX0" fmla="*/ 0 w 1943100"/>
              <a:gd name="connsiteY0" fmla="*/ 0 h 857250"/>
              <a:gd name="connsiteX1" fmla="*/ 152400 w 1943100"/>
              <a:gd name="connsiteY1" fmla="*/ 361950 h 857250"/>
              <a:gd name="connsiteX2" fmla="*/ 742950 w 1943100"/>
              <a:gd name="connsiteY2" fmla="*/ 361950 h 857250"/>
              <a:gd name="connsiteX3" fmla="*/ 773907 w 1943100"/>
              <a:gd name="connsiteY3" fmla="*/ 180975 h 857250"/>
              <a:gd name="connsiteX4" fmla="*/ 438150 w 1943100"/>
              <a:gd name="connsiteY4" fmla="*/ 171450 h 857250"/>
              <a:gd name="connsiteX5" fmla="*/ 304800 w 1943100"/>
              <a:gd name="connsiteY5" fmla="*/ 342900 h 857250"/>
              <a:gd name="connsiteX6" fmla="*/ 285750 w 1943100"/>
              <a:gd name="connsiteY6" fmla="*/ 400050 h 857250"/>
              <a:gd name="connsiteX7" fmla="*/ 323850 w 1943100"/>
              <a:gd name="connsiteY7" fmla="*/ 800100 h 857250"/>
              <a:gd name="connsiteX8" fmla="*/ 381000 w 1943100"/>
              <a:gd name="connsiteY8" fmla="*/ 819150 h 857250"/>
              <a:gd name="connsiteX9" fmla="*/ 457200 w 1943100"/>
              <a:gd name="connsiteY9" fmla="*/ 857250 h 857250"/>
              <a:gd name="connsiteX10" fmla="*/ 933450 w 1943100"/>
              <a:gd name="connsiteY10" fmla="*/ 819150 h 857250"/>
              <a:gd name="connsiteX11" fmla="*/ 1104900 w 1943100"/>
              <a:gd name="connsiteY11" fmla="*/ 723900 h 857250"/>
              <a:gd name="connsiteX12" fmla="*/ 1314450 w 1943100"/>
              <a:gd name="connsiteY12" fmla="*/ 609600 h 857250"/>
              <a:gd name="connsiteX13" fmla="*/ 1371600 w 1943100"/>
              <a:gd name="connsiteY13" fmla="*/ 552450 h 857250"/>
              <a:gd name="connsiteX14" fmla="*/ 1581150 w 1943100"/>
              <a:gd name="connsiteY14" fmla="*/ 457200 h 857250"/>
              <a:gd name="connsiteX15" fmla="*/ 1657350 w 1943100"/>
              <a:gd name="connsiteY15" fmla="*/ 400050 h 857250"/>
              <a:gd name="connsiteX16" fmla="*/ 1943100 w 1943100"/>
              <a:gd name="connsiteY16" fmla="*/ 381000 h 857250"/>
              <a:gd name="connsiteX0" fmla="*/ 0 w 1943100"/>
              <a:gd name="connsiteY0" fmla="*/ 0 h 857955"/>
              <a:gd name="connsiteX1" fmla="*/ 152400 w 1943100"/>
              <a:gd name="connsiteY1" fmla="*/ 361950 h 857955"/>
              <a:gd name="connsiteX2" fmla="*/ 742950 w 1943100"/>
              <a:gd name="connsiteY2" fmla="*/ 361950 h 857955"/>
              <a:gd name="connsiteX3" fmla="*/ 773907 w 1943100"/>
              <a:gd name="connsiteY3" fmla="*/ 180975 h 857955"/>
              <a:gd name="connsiteX4" fmla="*/ 438150 w 1943100"/>
              <a:gd name="connsiteY4" fmla="*/ 171450 h 857955"/>
              <a:gd name="connsiteX5" fmla="*/ 304800 w 1943100"/>
              <a:gd name="connsiteY5" fmla="*/ 342900 h 857955"/>
              <a:gd name="connsiteX6" fmla="*/ 285750 w 1943100"/>
              <a:gd name="connsiteY6" fmla="*/ 400050 h 857955"/>
              <a:gd name="connsiteX7" fmla="*/ 323850 w 1943100"/>
              <a:gd name="connsiteY7" fmla="*/ 800100 h 857955"/>
              <a:gd name="connsiteX8" fmla="*/ 457200 w 1943100"/>
              <a:gd name="connsiteY8" fmla="*/ 857250 h 857955"/>
              <a:gd name="connsiteX9" fmla="*/ 933450 w 1943100"/>
              <a:gd name="connsiteY9" fmla="*/ 819150 h 857955"/>
              <a:gd name="connsiteX10" fmla="*/ 1104900 w 1943100"/>
              <a:gd name="connsiteY10" fmla="*/ 723900 h 857955"/>
              <a:gd name="connsiteX11" fmla="*/ 1314450 w 1943100"/>
              <a:gd name="connsiteY11" fmla="*/ 609600 h 857955"/>
              <a:gd name="connsiteX12" fmla="*/ 1371600 w 1943100"/>
              <a:gd name="connsiteY12" fmla="*/ 552450 h 857955"/>
              <a:gd name="connsiteX13" fmla="*/ 1581150 w 1943100"/>
              <a:gd name="connsiteY13" fmla="*/ 457200 h 857955"/>
              <a:gd name="connsiteX14" fmla="*/ 1657350 w 1943100"/>
              <a:gd name="connsiteY14" fmla="*/ 400050 h 857955"/>
              <a:gd name="connsiteX15" fmla="*/ 1943100 w 1943100"/>
              <a:gd name="connsiteY15" fmla="*/ 381000 h 857955"/>
              <a:gd name="connsiteX0" fmla="*/ 0 w 1943100"/>
              <a:gd name="connsiteY0" fmla="*/ 0 h 857250"/>
              <a:gd name="connsiteX1" fmla="*/ 152400 w 1943100"/>
              <a:gd name="connsiteY1" fmla="*/ 361950 h 857250"/>
              <a:gd name="connsiteX2" fmla="*/ 742950 w 1943100"/>
              <a:gd name="connsiteY2" fmla="*/ 361950 h 857250"/>
              <a:gd name="connsiteX3" fmla="*/ 773907 w 1943100"/>
              <a:gd name="connsiteY3" fmla="*/ 180975 h 857250"/>
              <a:gd name="connsiteX4" fmla="*/ 438150 w 1943100"/>
              <a:gd name="connsiteY4" fmla="*/ 171450 h 857250"/>
              <a:gd name="connsiteX5" fmla="*/ 304800 w 1943100"/>
              <a:gd name="connsiteY5" fmla="*/ 342900 h 857250"/>
              <a:gd name="connsiteX6" fmla="*/ 285750 w 1943100"/>
              <a:gd name="connsiteY6" fmla="*/ 400050 h 857250"/>
              <a:gd name="connsiteX7" fmla="*/ 280988 w 1943100"/>
              <a:gd name="connsiteY7" fmla="*/ 690562 h 857250"/>
              <a:gd name="connsiteX8" fmla="*/ 457200 w 1943100"/>
              <a:gd name="connsiteY8" fmla="*/ 857250 h 857250"/>
              <a:gd name="connsiteX9" fmla="*/ 933450 w 1943100"/>
              <a:gd name="connsiteY9" fmla="*/ 819150 h 857250"/>
              <a:gd name="connsiteX10" fmla="*/ 1104900 w 1943100"/>
              <a:gd name="connsiteY10" fmla="*/ 723900 h 857250"/>
              <a:gd name="connsiteX11" fmla="*/ 1314450 w 1943100"/>
              <a:gd name="connsiteY11" fmla="*/ 609600 h 857250"/>
              <a:gd name="connsiteX12" fmla="*/ 1371600 w 1943100"/>
              <a:gd name="connsiteY12" fmla="*/ 552450 h 857250"/>
              <a:gd name="connsiteX13" fmla="*/ 1581150 w 1943100"/>
              <a:gd name="connsiteY13" fmla="*/ 457200 h 857250"/>
              <a:gd name="connsiteX14" fmla="*/ 1657350 w 1943100"/>
              <a:gd name="connsiteY14" fmla="*/ 400050 h 857250"/>
              <a:gd name="connsiteX15" fmla="*/ 1943100 w 1943100"/>
              <a:gd name="connsiteY15" fmla="*/ 381000 h 857250"/>
              <a:gd name="connsiteX0" fmla="*/ 0 w 1943100"/>
              <a:gd name="connsiteY0" fmla="*/ 0 h 864394"/>
              <a:gd name="connsiteX1" fmla="*/ 152400 w 1943100"/>
              <a:gd name="connsiteY1" fmla="*/ 361950 h 864394"/>
              <a:gd name="connsiteX2" fmla="*/ 742950 w 1943100"/>
              <a:gd name="connsiteY2" fmla="*/ 361950 h 864394"/>
              <a:gd name="connsiteX3" fmla="*/ 773907 w 1943100"/>
              <a:gd name="connsiteY3" fmla="*/ 180975 h 864394"/>
              <a:gd name="connsiteX4" fmla="*/ 438150 w 1943100"/>
              <a:gd name="connsiteY4" fmla="*/ 171450 h 864394"/>
              <a:gd name="connsiteX5" fmla="*/ 304800 w 1943100"/>
              <a:gd name="connsiteY5" fmla="*/ 342900 h 864394"/>
              <a:gd name="connsiteX6" fmla="*/ 285750 w 1943100"/>
              <a:gd name="connsiteY6" fmla="*/ 400050 h 864394"/>
              <a:gd name="connsiteX7" fmla="*/ 280988 w 1943100"/>
              <a:gd name="connsiteY7" fmla="*/ 690562 h 864394"/>
              <a:gd name="connsiteX8" fmla="*/ 609600 w 1943100"/>
              <a:gd name="connsiteY8" fmla="*/ 864394 h 864394"/>
              <a:gd name="connsiteX9" fmla="*/ 933450 w 1943100"/>
              <a:gd name="connsiteY9" fmla="*/ 819150 h 864394"/>
              <a:gd name="connsiteX10" fmla="*/ 1104900 w 1943100"/>
              <a:gd name="connsiteY10" fmla="*/ 723900 h 864394"/>
              <a:gd name="connsiteX11" fmla="*/ 1314450 w 1943100"/>
              <a:gd name="connsiteY11" fmla="*/ 609600 h 864394"/>
              <a:gd name="connsiteX12" fmla="*/ 1371600 w 1943100"/>
              <a:gd name="connsiteY12" fmla="*/ 552450 h 864394"/>
              <a:gd name="connsiteX13" fmla="*/ 1581150 w 1943100"/>
              <a:gd name="connsiteY13" fmla="*/ 457200 h 864394"/>
              <a:gd name="connsiteX14" fmla="*/ 1657350 w 1943100"/>
              <a:gd name="connsiteY14" fmla="*/ 400050 h 864394"/>
              <a:gd name="connsiteX15" fmla="*/ 1943100 w 1943100"/>
              <a:gd name="connsiteY15" fmla="*/ 381000 h 864394"/>
              <a:gd name="connsiteX0" fmla="*/ 0 w 1943100"/>
              <a:gd name="connsiteY0" fmla="*/ 0 h 864394"/>
              <a:gd name="connsiteX1" fmla="*/ 152400 w 1943100"/>
              <a:gd name="connsiteY1" fmla="*/ 361950 h 864394"/>
              <a:gd name="connsiteX2" fmla="*/ 742950 w 1943100"/>
              <a:gd name="connsiteY2" fmla="*/ 361950 h 864394"/>
              <a:gd name="connsiteX3" fmla="*/ 773907 w 1943100"/>
              <a:gd name="connsiteY3" fmla="*/ 180975 h 864394"/>
              <a:gd name="connsiteX4" fmla="*/ 438150 w 1943100"/>
              <a:gd name="connsiteY4" fmla="*/ 171450 h 864394"/>
              <a:gd name="connsiteX5" fmla="*/ 304800 w 1943100"/>
              <a:gd name="connsiteY5" fmla="*/ 342900 h 864394"/>
              <a:gd name="connsiteX6" fmla="*/ 285750 w 1943100"/>
              <a:gd name="connsiteY6" fmla="*/ 400050 h 864394"/>
              <a:gd name="connsiteX7" fmla="*/ 280988 w 1943100"/>
              <a:gd name="connsiteY7" fmla="*/ 690562 h 864394"/>
              <a:gd name="connsiteX8" fmla="*/ 609600 w 1943100"/>
              <a:gd name="connsiteY8" fmla="*/ 864394 h 864394"/>
              <a:gd name="connsiteX9" fmla="*/ 933450 w 1943100"/>
              <a:gd name="connsiteY9" fmla="*/ 819150 h 864394"/>
              <a:gd name="connsiteX10" fmla="*/ 1314450 w 1943100"/>
              <a:gd name="connsiteY10" fmla="*/ 609600 h 864394"/>
              <a:gd name="connsiteX11" fmla="*/ 1371600 w 1943100"/>
              <a:gd name="connsiteY11" fmla="*/ 552450 h 864394"/>
              <a:gd name="connsiteX12" fmla="*/ 1581150 w 1943100"/>
              <a:gd name="connsiteY12" fmla="*/ 457200 h 864394"/>
              <a:gd name="connsiteX13" fmla="*/ 1657350 w 1943100"/>
              <a:gd name="connsiteY13" fmla="*/ 400050 h 864394"/>
              <a:gd name="connsiteX14" fmla="*/ 1943100 w 1943100"/>
              <a:gd name="connsiteY14" fmla="*/ 381000 h 864394"/>
              <a:gd name="connsiteX0" fmla="*/ 0 w 1943100"/>
              <a:gd name="connsiteY0" fmla="*/ 0 h 864394"/>
              <a:gd name="connsiteX1" fmla="*/ 152400 w 1943100"/>
              <a:gd name="connsiteY1" fmla="*/ 361950 h 864394"/>
              <a:gd name="connsiteX2" fmla="*/ 742950 w 1943100"/>
              <a:gd name="connsiteY2" fmla="*/ 361950 h 864394"/>
              <a:gd name="connsiteX3" fmla="*/ 773907 w 1943100"/>
              <a:gd name="connsiteY3" fmla="*/ 180975 h 864394"/>
              <a:gd name="connsiteX4" fmla="*/ 438150 w 1943100"/>
              <a:gd name="connsiteY4" fmla="*/ 171450 h 864394"/>
              <a:gd name="connsiteX5" fmla="*/ 304800 w 1943100"/>
              <a:gd name="connsiteY5" fmla="*/ 342900 h 864394"/>
              <a:gd name="connsiteX6" fmla="*/ 285750 w 1943100"/>
              <a:gd name="connsiteY6" fmla="*/ 400050 h 864394"/>
              <a:gd name="connsiteX7" fmla="*/ 280988 w 1943100"/>
              <a:gd name="connsiteY7" fmla="*/ 690562 h 864394"/>
              <a:gd name="connsiteX8" fmla="*/ 609600 w 1943100"/>
              <a:gd name="connsiteY8" fmla="*/ 864394 h 864394"/>
              <a:gd name="connsiteX9" fmla="*/ 933450 w 1943100"/>
              <a:gd name="connsiteY9" fmla="*/ 819150 h 864394"/>
              <a:gd name="connsiteX10" fmla="*/ 1314450 w 1943100"/>
              <a:gd name="connsiteY10" fmla="*/ 609600 h 864394"/>
              <a:gd name="connsiteX11" fmla="*/ 1581150 w 1943100"/>
              <a:gd name="connsiteY11" fmla="*/ 457200 h 864394"/>
              <a:gd name="connsiteX12" fmla="*/ 1657350 w 1943100"/>
              <a:gd name="connsiteY12" fmla="*/ 400050 h 864394"/>
              <a:gd name="connsiteX13" fmla="*/ 1943100 w 1943100"/>
              <a:gd name="connsiteY13" fmla="*/ 381000 h 864394"/>
              <a:gd name="connsiteX0" fmla="*/ 0 w 1943100"/>
              <a:gd name="connsiteY0" fmla="*/ 0 h 864394"/>
              <a:gd name="connsiteX1" fmla="*/ 152400 w 1943100"/>
              <a:gd name="connsiteY1" fmla="*/ 361950 h 864394"/>
              <a:gd name="connsiteX2" fmla="*/ 742950 w 1943100"/>
              <a:gd name="connsiteY2" fmla="*/ 361950 h 864394"/>
              <a:gd name="connsiteX3" fmla="*/ 773907 w 1943100"/>
              <a:gd name="connsiteY3" fmla="*/ 180975 h 864394"/>
              <a:gd name="connsiteX4" fmla="*/ 438150 w 1943100"/>
              <a:gd name="connsiteY4" fmla="*/ 171450 h 864394"/>
              <a:gd name="connsiteX5" fmla="*/ 304800 w 1943100"/>
              <a:gd name="connsiteY5" fmla="*/ 342900 h 864394"/>
              <a:gd name="connsiteX6" fmla="*/ 285750 w 1943100"/>
              <a:gd name="connsiteY6" fmla="*/ 400050 h 864394"/>
              <a:gd name="connsiteX7" fmla="*/ 280988 w 1943100"/>
              <a:gd name="connsiteY7" fmla="*/ 690562 h 864394"/>
              <a:gd name="connsiteX8" fmla="*/ 609600 w 1943100"/>
              <a:gd name="connsiteY8" fmla="*/ 864394 h 864394"/>
              <a:gd name="connsiteX9" fmla="*/ 933450 w 1943100"/>
              <a:gd name="connsiteY9" fmla="*/ 819150 h 864394"/>
              <a:gd name="connsiteX10" fmla="*/ 1314450 w 1943100"/>
              <a:gd name="connsiteY10" fmla="*/ 609600 h 864394"/>
              <a:gd name="connsiteX11" fmla="*/ 1581150 w 1943100"/>
              <a:gd name="connsiteY11" fmla="*/ 457200 h 864394"/>
              <a:gd name="connsiteX12" fmla="*/ 1943100 w 1943100"/>
              <a:gd name="connsiteY12" fmla="*/ 381000 h 864394"/>
              <a:gd name="connsiteX0" fmla="*/ 0 w 1943100"/>
              <a:gd name="connsiteY0" fmla="*/ 0 h 864394"/>
              <a:gd name="connsiteX1" fmla="*/ 152400 w 1943100"/>
              <a:gd name="connsiteY1" fmla="*/ 361950 h 864394"/>
              <a:gd name="connsiteX2" fmla="*/ 742950 w 1943100"/>
              <a:gd name="connsiteY2" fmla="*/ 361950 h 864394"/>
              <a:gd name="connsiteX3" fmla="*/ 773907 w 1943100"/>
              <a:gd name="connsiteY3" fmla="*/ 180975 h 864394"/>
              <a:gd name="connsiteX4" fmla="*/ 438150 w 1943100"/>
              <a:gd name="connsiteY4" fmla="*/ 171450 h 864394"/>
              <a:gd name="connsiteX5" fmla="*/ 304800 w 1943100"/>
              <a:gd name="connsiteY5" fmla="*/ 342900 h 864394"/>
              <a:gd name="connsiteX6" fmla="*/ 285750 w 1943100"/>
              <a:gd name="connsiteY6" fmla="*/ 400050 h 864394"/>
              <a:gd name="connsiteX7" fmla="*/ 280988 w 1943100"/>
              <a:gd name="connsiteY7" fmla="*/ 690562 h 864394"/>
              <a:gd name="connsiteX8" fmla="*/ 609600 w 1943100"/>
              <a:gd name="connsiteY8" fmla="*/ 864394 h 864394"/>
              <a:gd name="connsiteX9" fmla="*/ 933450 w 1943100"/>
              <a:gd name="connsiteY9" fmla="*/ 819150 h 864394"/>
              <a:gd name="connsiteX10" fmla="*/ 1314450 w 1943100"/>
              <a:gd name="connsiteY10" fmla="*/ 609600 h 864394"/>
              <a:gd name="connsiteX11" fmla="*/ 1595437 w 1943100"/>
              <a:gd name="connsiteY11" fmla="*/ 466725 h 864394"/>
              <a:gd name="connsiteX12" fmla="*/ 1943100 w 1943100"/>
              <a:gd name="connsiteY12" fmla="*/ 381000 h 864394"/>
              <a:gd name="connsiteX0" fmla="*/ 0 w 1943100"/>
              <a:gd name="connsiteY0" fmla="*/ 0 h 864394"/>
              <a:gd name="connsiteX1" fmla="*/ 152400 w 1943100"/>
              <a:gd name="connsiteY1" fmla="*/ 361950 h 864394"/>
              <a:gd name="connsiteX2" fmla="*/ 742950 w 1943100"/>
              <a:gd name="connsiteY2" fmla="*/ 361950 h 864394"/>
              <a:gd name="connsiteX3" fmla="*/ 773907 w 1943100"/>
              <a:gd name="connsiteY3" fmla="*/ 180975 h 864394"/>
              <a:gd name="connsiteX4" fmla="*/ 438150 w 1943100"/>
              <a:gd name="connsiteY4" fmla="*/ 171450 h 864394"/>
              <a:gd name="connsiteX5" fmla="*/ 304800 w 1943100"/>
              <a:gd name="connsiteY5" fmla="*/ 342900 h 864394"/>
              <a:gd name="connsiteX6" fmla="*/ 285750 w 1943100"/>
              <a:gd name="connsiteY6" fmla="*/ 400050 h 864394"/>
              <a:gd name="connsiteX7" fmla="*/ 280988 w 1943100"/>
              <a:gd name="connsiteY7" fmla="*/ 690562 h 864394"/>
              <a:gd name="connsiteX8" fmla="*/ 609600 w 1943100"/>
              <a:gd name="connsiteY8" fmla="*/ 864394 h 864394"/>
              <a:gd name="connsiteX9" fmla="*/ 933450 w 1943100"/>
              <a:gd name="connsiteY9" fmla="*/ 819150 h 864394"/>
              <a:gd name="connsiteX10" fmla="*/ 1314450 w 1943100"/>
              <a:gd name="connsiteY10" fmla="*/ 609600 h 864394"/>
              <a:gd name="connsiteX11" fmla="*/ 1602580 w 1943100"/>
              <a:gd name="connsiteY11" fmla="*/ 478631 h 864394"/>
              <a:gd name="connsiteX12" fmla="*/ 1943100 w 1943100"/>
              <a:gd name="connsiteY12" fmla="*/ 381000 h 864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43100" h="864394">
                <a:moveTo>
                  <a:pt x="0" y="0"/>
                </a:moveTo>
                <a:cubicBezTo>
                  <a:pt x="31750" y="75406"/>
                  <a:pt x="28575" y="301625"/>
                  <a:pt x="152400" y="361950"/>
                </a:cubicBezTo>
                <a:cubicBezTo>
                  <a:pt x="276225" y="422275"/>
                  <a:pt x="639366" y="392112"/>
                  <a:pt x="742950" y="361950"/>
                </a:cubicBezTo>
                <a:cubicBezTo>
                  <a:pt x="846534" y="331788"/>
                  <a:pt x="824707" y="212725"/>
                  <a:pt x="773907" y="180975"/>
                </a:cubicBezTo>
                <a:cubicBezTo>
                  <a:pt x="723107" y="149225"/>
                  <a:pt x="516334" y="144463"/>
                  <a:pt x="438150" y="171450"/>
                </a:cubicBezTo>
                <a:cubicBezTo>
                  <a:pt x="359966" y="198437"/>
                  <a:pt x="304800" y="342900"/>
                  <a:pt x="304800" y="342900"/>
                </a:cubicBezTo>
                <a:cubicBezTo>
                  <a:pt x="298450" y="361950"/>
                  <a:pt x="289719" y="342106"/>
                  <a:pt x="285750" y="400050"/>
                </a:cubicBezTo>
                <a:cubicBezTo>
                  <a:pt x="281781" y="457994"/>
                  <a:pt x="227013" y="613171"/>
                  <a:pt x="280988" y="690562"/>
                </a:cubicBezTo>
                <a:cubicBezTo>
                  <a:pt x="334963" y="767953"/>
                  <a:pt x="508000" y="861219"/>
                  <a:pt x="609600" y="864394"/>
                </a:cubicBezTo>
                <a:cubicBezTo>
                  <a:pt x="768350" y="851694"/>
                  <a:pt x="815975" y="861616"/>
                  <a:pt x="933450" y="819150"/>
                </a:cubicBezTo>
                <a:cubicBezTo>
                  <a:pt x="1050925" y="776684"/>
                  <a:pt x="1202928" y="666353"/>
                  <a:pt x="1314450" y="609600"/>
                </a:cubicBezTo>
                <a:cubicBezTo>
                  <a:pt x="1425972" y="552847"/>
                  <a:pt x="1545430" y="513556"/>
                  <a:pt x="1602580" y="478631"/>
                </a:cubicBezTo>
                <a:cubicBezTo>
                  <a:pt x="1707355" y="440531"/>
                  <a:pt x="1867694" y="396875"/>
                  <a:pt x="1943100" y="381000"/>
                </a:cubicBezTo>
              </a:path>
            </a:pathLst>
          </a:cu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B6A823A-0A02-94DA-77B1-41A06A793197}"/>
              </a:ext>
            </a:extLst>
          </p:cNvPr>
          <p:cNvSpPr/>
          <p:nvPr/>
        </p:nvSpPr>
        <p:spPr>
          <a:xfrm>
            <a:off x="26801704" y="13959260"/>
            <a:ext cx="1653979" cy="1266031"/>
          </a:xfrm>
          <a:custGeom>
            <a:avLst/>
            <a:gdLst>
              <a:gd name="connsiteX0" fmla="*/ 996950 w 1690345"/>
              <a:gd name="connsiteY0" fmla="*/ 0 h 1225550"/>
              <a:gd name="connsiteX1" fmla="*/ 1041400 w 1690345"/>
              <a:gd name="connsiteY1" fmla="*/ 57150 h 1225550"/>
              <a:gd name="connsiteX2" fmla="*/ 1073150 w 1690345"/>
              <a:gd name="connsiteY2" fmla="*/ 107950 h 1225550"/>
              <a:gd name="connsiteX3" fmla="*/ 1111250 w 1690345"/>
              <a:gd name="connsiteY3" fmla="*/ 146050 h 1225550"/>
              <a:gd name="connsiteX4" fmla="*/ 1130300 w 1690345"/>
              <a:gd name="connsiteY4" fmla="*/ 152400 h 1225550"/>
              <a:gd name="connsiteX5" fmla="*/ 1149350 w 1690345"/>
              <a:gd name="connsiteY5" fmla="*/ 165100 h 1225550"/>
              <a:gd name="connsiteX6" fmla="*/ 1206500 w 1690345"/>
              <a:gd name="connsiteY6" fmla="*/ 171450 h 1225550"/>
              <a:gd name="connsiteX7" fmla="*/ 1225550 w 1690345"/>
              <a:gd name="connsiteY7" fmla="*/ 184150 h 1225550"/>
              <a:gd name="connsiteX8" fmla="*/ 1270000 w 1690345"/>
              <a:gd name="connsiteY8" fmla="*/ 190500 h 1225550"/>
              <a:gd name="connsiteX9" fmla="*/ 1295400 w 1690345"/>
              <a:gd name="connsiteY9" fmla="*/ 196850 h 1225550"/>
              <a:gd name="connsiteX10" fmla="*/ 1403350 w 1690345"/>
              <a:gd name="connsiteY10" fmla="*/ 215900 h 1225550"/>
              <a:gd name="connsiteX11" fmla="*/ 1492250 w 1690345"/>
              <a:gd name="connsiteY11" fmla="*/ 234950 h 1225550"/>
              <a:gd name="connsiteX12" fmla="*/ 1524000 w 1690345"/>
              <a:gd name="connsiteY12" fmla="*/ 254000 h 1225550"/>
              <a:gd name="connsiteX13" fmla="*/ 1581150 w 1690345"/>
              <a:gd name="connsiteY13" fmla="*/ 285750 h 1225550"/>
              <a:gd name="connsiteX14" fmla="*/ 1644650 w 1690345"/>
              <a:gd name="connsiteY14" fmla="*/ 355600 h 1225550"/>
              <a:gd name="connsiteX15" fmla="*/ 1657350 w 1690345"/>
              <a:gd name="connsiteY15" fmla="*/ 374650 h 1225550"/>
              <a:gd name="connsiteX16" fmla="*/ 1670050 w 1690345"/>
              <a:gd name="connsiteY16" fmla="*/ 400050 h 1225550"/>
              <a:gd name="connsiteX17" fmla="*/ 1676400 w 1690345"/>
              <a:gd name="connsiteY17" fmla="*/ 444500 h 1225550"/>
              <a:gd name="connsiteX18" fmla="*/ 1689100 w 1690345"/>
              <a:gd name="connsiteY18" fmla="*/ 514350 h 1225550"/>
              <a:gd name="connsiteX19" fmla="*/ 1682750 w 1690345"/>
              <a:gd name="connsiteY19" fmla="*/ 679450 h 1225550"/>
              <a:gd name="connsiteX20" fmla="*/ 1651000 w 1690345"/>
              <a:gd name="connsiteY20" fmla="*/ 723900 h 1225550"/>
              <a:gd name="connsiteX21" fmla="*/ 1638300 w 1690345"/>
              <a:gd name="connsiteY21" fmla="*/ 755650 h 1225550"/>
              <a:gd name="connsiteX22" fmla="*/ 1562100 w 1690345"/>
              <a:gd name="connsiteY22" fmla="*/ 793750 h 1225550"/>
              <a:gd name="connsiteX23" fmla="*/ 1530350 w 1690345"/>
              <a:gd name="connsiteY23" fmla="*/ 806450 h 1225550"/>
              <a:gd name="connsiteX24" fmla="*/ 1479550 w 1690345"/>
              <a:gd name="connsiteY24" fmla="*/ 831850 h 1225550"/>
              <a:gd name="connsiteX25" fmla="*/ 1231900 w 1690345"/>
              <a:gd name="connsiteY25" fmla="*/ 787400 h 1225550"/>
              <a:gd name="connsiteX26" fmla="*/ 1206500 w 1690345"/>
              <a:gd name="connsiteY26" fmla="*/ 768350 h 1225550"/>
              <a:gd name="connsiteX27" fmla="*/ 1187450 w 1690345"/>
              <a:gd name="connsiteY27" fmla="*/ 749300 h 1225550"/>
              <a:gd name="connsiteX28" fmla="*/ 1162050 w 1690345"/>
              <a:gd name="connsiteY28" fmla="*/ 730250 h 1225550"/>
              <a:gd name="connsiteX29" fmla="*/ 1130300 w 1690345"/>
              <a:gd name="connsiteY29" fmla="*/ 685800 h 1225550"/>
              <a:gd name="connsiteX30" fmla="*/ 1092200 w 1690345"/>
              <a:gd name="connsiteY30" fmla="*/ 635000 h 1225550"/>
              <a:gd name="connsiteX31" fmla="*/ 1085850 w 1690345"/>
              <a:gd name="connsiteY31" fmla="*/ 615950 h 1225550"/>
              <a:gd name="connsiteX32" fmla="*/ 1066800 w 1690345"/>
              <a:gd name="connsiteY32" fmla="*/ 571500 h 1225550"/>
              <a:gd name="connsiteX33" fmla="*/ 1047750 w 1690345"/>
              <a:gd name="connsiteY33" fmla="*/ 501650 h 1225550"/>
              <a:gd name="connsiteX34" fmla="*/ 1028700 w 1690345"/>
              <a:gd name="connsiteY34" fmla="*/ 482600 h 1225550"/>
              <a:gd name="connsiteX35" fmla="*/ 1016000 w 1690345"/>
              <a:gd name="connsiteY35" fmla="*/ 457200 h 1225550"/>
              <a:gd name="connsiteX36" fmla="*/ 1009650 w 1690345"/>
              <a:gd name="connsiteY36" fmla="*/ 431800 h 1225550"/>
              <a:gd name="connsiteX37" fmla="*/ 971550 w 1690345"/>
              <a:gd name="connsiteY37" fmla="*/ 412750 h 1225550"/>
              <a:gd name="connsiteX38" fmla="*/ 927100 w 1690345"/>
              <a:gd name="connsiteY38" fmla="*/ 381000 h 1225550"/>
              <a:gd name="connsiteX39" fmla="*/ 901700 w 1690345"/>
              <a:gd name="connsiteY39" fmla="*/ 374650 h 1225550"/>
              <a:gd name="connsiteX40" fmla="*/ 857250 w 1690345"/>
              <a:gd name="connsiteY40" fmla="*/ 361950 h 1225550"/>
              <a:gd name="connsiteX41" fmla="*/ 692150 w 1690345"/>
              <a:gd name="connsiteY41" fmla="*/ 368300 h 1225550"/>
              <a:gd name="connsiteX42" fmla="*/ 666750 w 1690345"/>
              <a:gd name="connsiteY42" fmla="*/ 374650 h 1225550"/>
              <a:gd name="connsiteX43" fmla="*/ 641350 w 1690345"/>
              <a:gd name="connsiteY43" fmla="*/ 412750 h 1225550"/>
              <a:gd name="connsiteX44" fmla="*/ 622300 w 1690345"/>
              <a:gd name="connsiteY44" fmla="*/ 457200 h 1225550"/>
              <a:gd name="connsiteX45" fmla="*/ 596900 w 1690345"/>
              <a:gd name="connsiteY45" fmla="*/ 482600 h 1225550"/>
              <a:gd name="connsiteX46" fmla="*/ 577850 w 1690345"/>
              <a:gd name="connsiteY46" fmla="*/ 514350 h 1225550"/>
              <a:gd name="connsiteX47" fmla="*/ 520700 w 1690345"/>
              <a:gd name="connsiteY47" fmla="*/ 641350 h 1225550"/>
              <a:gd name="connsiteX48" fmla="*/ 527050 w 1690345"/>
              <a:gd name="connsiteY48" fmla="*/ 730250 h 1225550"/>
              <a:gd name="connsiteX49" fmla="*/ 546100 w 1690345"/>
              <a:gd name="connsiteY49" fmla="*/ 749300 h 1225550"/>
              <a:gd name="connsiteX50" fmla="*/ 558800 w 1690345"/>
              <a:gd name="connsiteY50" fmla="*/ 768350 h 1225550"/>
              <a:gd name="connsiteX51" fmla="*/ 571500 w 1690345"/>
              <a:gd name="connsiteY51" fmla="*/ 793750 h 1225550"/>
              <a:gd name="connsiteX52" fmla="*/ 596900 w 1690345"/>
              <a:gd name="connsiteY52" fmla="*/ 812800 h 1225550"/>
              <a:gd name="connsiteX53" fmla="*/ 609600 w 1690345"/>
              <a:gd name="connsiteY53" fmla="*/ 831850 h 1225550"/>
              <a:gd name="connsiteX54" fmla="*/ 635000 w 1690345"/>
              <a:gd name="connsiteY54" fmla="*/ 857250 h 1225550"/>
              <a:gd name="connsiteX55" fmla="*/ 641350 w 1690345"/>
              <a:gd name="connsiteY55" fmla="*/ 882650 h 1225550"/>
              <a:gd name="connsiteX56" fmla="*/ 654050 w 1690345"/>
              <a:gd name="connsiteY56" fmla="*/ 908050 h 1225550"/>
              <a:gd name="connsiteX57" fmla="*/ 660400 w 1690345"/>
              <a:gd name="connsiteY57" fmla="*/ 927100 h 1225550"/>
              <a:gd name="connsiteX58" fmla="*/ 628650 w 1690345"/>
              <a:gd name="connsiteY58" fmla="*/ 1123950 h 1225550"/>
              <a:gd name="connsiteX59" fmla="*/ 584200 w 1690345"/>
              <a:gd name="connsiteY59" fmla="*/ 1155700 h 1225550"/>
              <a:gd name="connsiteX60" fmla="*/ 501650 w 1690345"/>
              <a:gd name="connsiteY60" fmla="*/ 1206500 h 1225550"/>
              <a:gd name="connsiteX61" fmla="*/ 450850 w 1690345"/>
              <a:gd name="connsiteY61" fmla="*/ 1212850 h 1225550"/>
              <a:gd name="connsiteX62" fmla="*/ 400050 w 1690345"/>
              <a:gd name="connsiteY62" fmla="*/ 1225550 h 1225550"/>
              <a:gd name="connsiteX63" fmla="*/ 76200 w 1690345"/>
              <a:gd name="connsiteY63" fmla="*/ 1219200 h 1225550"/>
              <a:gd name="connsiteX64" fmla="*/ 57150 w 1690345"/>
              <a:gd name="connsiteY64" fmla="*/ 1206500 h 1225550"/>
              <a:gd name="connsiteX65" fmla="*/ 38100 w 1690345"/>
              <a:gd name="connsiteY65" fmla="*/ 1200150 h 1225550"/>
              <a:gd name="connsiteX66" fmla="*/ 0 w 1690345"/>
              <a:gd name="connsiteY66" fmla="*/ 1181100 h 1225550"/>
              <a:gd name="connsiteX0" fmla="*/ 996950 w 1690345"/>
              <a:gd name="connsiteY0" fmla="*/ 0 h 1225550"/>
              <a:gd name="connsiteX1" fmla="*/ 1073150 w 1690345"/>
              <a:gd name="connsiteY1" fmla="*/ 107950 h 1225550"/>
              <a:gd name="connsiteX2" fmla="*/ 1111250 w 1690345"/>
              <a:gd name="connsiteY2" fmla="*/ 146050 h 1225550"/>
              <a:gd name="connsiteX3" fmla="*/ 1130300 w 1690345"/>
              <a:gd name="connsiteY3" fmla="*/ 152400 h 1225550"/>
              <a:gd name="connsiteX4" fmla="*/ 1149350 w 1690345"/>
              <a:gd name="connsiteY4" fmla="*/ 165100 h 1225550"/>
              <a:gd name="connsiteX5" fmla="*/ 1206500 w 1690345"/>
              <a:gd name="connsiteY5" fmla="*/ 171450 h 1225550"/>
              <a:gd name="connsiteX6" fmla="*/ 1225550 w 1690345"/>
              <a:gd name="connsiteY6" fmla="*/ 184150 h 1225550"/>
              <a:gd name="connsiteX7" fmla="*/ 1270000 w 1690345"/>
              <a:gd name="connsiteY7" fmla="*/ 190500 h 1225550"/>
              <a:gd name="connsiteX8" fmla="*/ 1295400 w 1690345"/>
              <a:gd name="connsiteY8" fmla="*/ 196850 h 1225550"/>
              <a:gd name="connsiteX9" fmla="*/ 1403350 w 1690345"/>
              <a:gd name="connsiteY9" fmla="*/ 215900 h 1225550"/>
              <a:gd name="connsiteX10" fmla="*/ 1492250 w 1690345"/>
              <a:gd name="connsiteY10" fmla="*/ 234950 h 1225550"/>
              <a:gd name="connsiteX11" fmla="*/ 1524000 w 1690345"/>
              <a:gd name="connsiteY11" fmla="*/ 254000 h 1225550"/>
              <a:gd name="connsiteX12" fmla="*/ 1581150 w 1690345"/>
              <a:gd name="connsiteY12" fmla="*/ 285750 h 1225550"/>
              <a:gd name="connsiteX13" fmla="*/ 1644650 w 1690345"/>
              <a:gd name="connsiteY13" fmla="*/ 355600 h 1225550"/>
              <a:gd name="connsiteX14" fmla="*/ 1657350 w 1690345"/>
              <a:gd name="connsiteY14" fmla="*/ 374650 h 1225550"/>
              <a:gd name="connsiteX15" fmla="*/ 1670050 w 1690345"/>
              <a:gd name="connsiteY15" fmla="*/ 400050 h 1225550"/>
              <a:gd name="connsiteX16" fmla="*/ 1676400 w 1690345"/>
              <a:gd name="connsiteY16" fmla="*/ 444500 h 1225550"/>
              <a:gd name="connsiteX17" fmla="*/ 1689100 w 1690345"/>
              <a:gd name="connsiteY17" fmla="*/ 514350 h 1225550"/>
              <a:gd name="connsiteX18" fmla="*/ 1682750 w 1690345"/>
              <a:gd name="connsiteY18" fmla="*/ 679450 h 1225550"/>
              <a:gd name="connsiteX19" fmla="*/ 1651000 w 1690345"/>
              <a:gd name="connsiteY19" fmla="*/ 723900 h 1225550"/>
              <a:gd name="connsiteX20" fmla="*/ 1638300 w 1690345"/>
              <a:gd name="connsiteY20" fmla="*/ 755650 h 1225550"/>
              <a:gd name="connsiteX21" fmla="*/ 1562100 w 1690345"/>
              <a:gd name="connsiteY21" fmla="*/ 793750 h 1225550"/>
              <a:gd name="connsiteX22" fmla="*/ 1530350 w 1690345"/>
              <a:gd name="connsiteY22" fmla="*/ 806450 h 1225550"/>
              <a:gd name="connsiteX23" fmla="*/ 1479550 w 1690345"/>
              <a:gd name="connsiteY23" fmla="*/ 831850 h 1225550"/>
              <a:gd name="connsiteX24" fmla="*/ 1231900 w 1690345"/>
              <a:gd name="connsiteY24" fmla="*/ 787400 h 1225550"/>
              <a:gd name="connsiteX25" fmla="*/ 1206500 w 1690345"/>
              <a:gd name="connsiteY25" fmla="*/ 768350 h 1225550"/>
              <a:gd name="connsiteX26" fmla="*/ 1187450 w 1690345"/>
              <a:gd name="connsiteY26" fmla="*/ 749300 h 1225550"/>
              <a:gd name="connsiteX27" fmla="*/ 1162050 w 1690345"/>
              <a:gd name="connsiteY27" fmla="*/ 730250 h 1225550"/>
              <a:gd name="connsiteX28" fmla="*/ 1130300 w 1690345"/>
              <a:gd name="connsiteY28" fmla="*/ 685800 h 1225550"/>
              <a:gd name="connsiteX29" fmla="*/ 1092200 w 1690345"/>
              <a:gd name="connsiteY29" fmla="*/ 635000 h 1225550"/>
              <a:gd name="connsiteX30" fmla="*/ 1085850 w 1690345"/>
              <a:gd name="connsiteY30" fmla="*/ 615950 h 1225550"/>
              <a:gd name="connsiteX31" fmla="*/ 1066800 w 1690345"/>
              <a:gd name="connsiteY31" fmla="*/ 571500 h 1225550"/>
              <a:gd name="connsiteX32" fmla="*/ 1047750 w 1690345"/>
              <a:gd name="connsiteY32" fmla="*/ 501650 h 1225550"/>
              <a:gd name="connsiteX33" fmla="*/ 1028700 w 1690345"/>
              <a:gd name="connsiteY33" fmla="*/ 482600 h 1225550"/>
              <a:gd name="connsiteX34" fmla="*/ 1016000 w 1690345"/>
              <a:gd name="connsiteY34" fmla="*/ 457200 h 1225550"/>
              <a:gd name="connsiteX35" fmla="*/ 1009650 w 1690345"/>
              <a:gd name="connsiteY35" fmla="*/ 431800 h 1225550"/>
              <a:gd name="connsiteX36" fmla="*/ 971550 w 1690345"/>
              <a:gd name="connsiteY36" fmla="*/ 412750 h 1225550"/>
              <a:gd name="connsiteX37" fmla="*/ 927100 w 1690345"/>
              <a:gd name="connsiteY37" fmla="*/ 381000 h 1225550"/>
              <a:gd name="connsiteX38" fmla="*/ 901700 w 1690345"/>
              <a:gd name="connsiteY38" fmla="*/ 374650 h 1225550"/>
              <a:gd name="connsiteX39" fmla="*/ 857250 w 1690345"/>
              <a:gd name="connsiteY39" fmla="*/ 361950 h 1225550"/>
              <a:gd name="connsiteX40" fmla="*/ 692150 w 1690345"/>
              <a:gd name="connsiteY40" fmla="*/ 368300 h 1225550"/>
              <a:gd name="connsiteX41" fmla="*/ 666750 w 1690345"/>
              <a:gd name="connsiteY41" fmla="*/ 374650 h 1225550"/>
              <a:gd name="connsiteX42" fmla="*/ 641350 w 1690345"/>
              <a:gd name="connsiteY42" fmla="*/ 412750 h 1225550"/>
              <a:gd name="connsiteX43" fmla="*/ 622300 w 1690345"/>
              <a:gd name="connsiteY43" fmla="*/ 457200 h 1225550"/>
              <a:gd name="connsiteX44" fmla="*/ 596900 w 1690345"/>
              <a:gd name="connsiteY44" fmla="*/ 482600 h 1225550"/>
              <a:gd name="connsiteX45" fmla="*/ 577850 w 1690345"/>
              <a:gd name="connsiteY45" fmla="*/ 514350 h 1225550"/>
              <a:gd name="connsiteX46" fmla="*/ 520700 w 1690345"/>
              <a:gd name="connsiteY46" fmla="*/ 641350 h 1225550"/>
              <a:gd name="connsiteX47" fmla="*/ 527050 w 1690345"/>
              <a:gd name="connsiteY47" fmla="*/ 730250 h 1225550"/>
              <a:gd name="connsiteX48" fmla="*/ 546100 w 1690345"/>
              <a:gd name="connsiteY48" fmla="*/ 749300 h 1225550"/>
              <a:gd name="connsiteX49" fmla="*/ 558800 w 1690345"/>
              <a:gd name="connsiteY49" fmla="*/ 768350 h 1225550"/>
              <a:gd name="connsiteX50" fmla="*/ 571500 w 1690345"/>
              <a:gd name="connsiteY50" fmla="*/ 793750 h 1225550"/>
              <a:gd name="connsiteX51" fmla="*/ 596900 w 1690345"/>
              <a:gd name="connsiteY51" fmla="*/ 812800 h 1225550"/>
              <a:gd name="connsiteX52" fmla="*/ 609600 w 1690345"/>
              <a:gd name="connsiteY52" fmla="*/ 831850 h 1225550"/>
              <a:gd name="connsiteX53" fmla="*/ 635000 w 1690345"/>
              <a:gd name="connsiteY53" fmla="*/ 857250 h 1225550"/>
              <a:gd name="connsiteX54" fmla="*/ 641350 w 1690345"/>
              <a:gd name="connsiteY54" fmla="*/ 882650 h 1225550"/>
              <a:gd name="connsiteX55" fmla="*/ 654050 w 1690345"/>
              <a:gd name="connsiteY55" fmla="*/ 908050 h 1225550"/>
              <a:gd name="connsiteX56" fmla="*/ 660400 w 1690345"/>
              <a:gd name="connsiteY56" fmla="*/ 927100 h 1225550"/>
              <a:gd name="connsiteX57" fmla="*/ 628650 w 1690345"/>
              <a:gd name="connsiteY57" fmla="*/ 1123950 h 1225550"/>
              <a:gd name="connsiteX58" fmla="*/ 584200 w 1690345"/>
              <a:gd name="connsiteY58" fmla="*/ 1155700 h 1225550"/>
              <a:gd name="connsiteX59" fmla="*/ 501650 w 1690345"/>
              <a:gd name="connsiteY59" fmla="*/ 1206500 h 1225550"/>
              <a:gd name="connsiteX60" fmla="*/ 450850 w 1690345"/>
              <a:gd name="connsiteY60" fmla="*/ 1212850 h 1225550"/>
              <a:gd name="connsiteX61" fmla="*/ 400050 w 1690345"/>
              <a:gd name="connsiteY61" fmla="*/ 1225550 h 1225550"/>
              <a:gd name="connsiteX62" fmla="*/ 76200 w 1690345"/>
              <a:gd name="connsiteY62" fmla="*/ 1219200 h 1225550"/>
              <a:gd name="connsiteX63" fmla="*/ 57150 w 1690345"/>
              <a:gd name="connsiteY63" fmla="*/ 1206500 h 1225550"/>
              <a:gd name="connsiteX64" fmla="*/ 38100 w 1690345"/>
              <a:gd name="connsiteY64" fmla="*/ 1200150 h 1225550"/>
              <a:gd name="connsiteX65" fmla="*/ 0 w 1690345"/>
              <a:gd name="connsiteY65" fmla="*/ 1181100 h 1225550"/>
              <a:gd name="connsiteX0" fmla="*/ 996950 w 1690345"/>
              <a:gd name="connsiteY0" fmla="*/ 0 h 1225550"/>
              <a:gd name="connsiteX1" fmla="*/ 1073150 w 1690345"/>
              <a:gd name="connsiteY1" fmla="*/ 107950 h 1225550"/>
              <a:gd name="connsiteX2" fmla="*/ 1111250 w 1690345"/>
              <a:gd name="connsiteY2" fmla="*/ 146050 h 1225550"/>
              <a:gd name="connsiteX3" fmla="*/ 1149350 w 1690345"/>
              <a:gd name="connsiteY3" fmla="*/ 165100 h 1225550"/>
              <a:gd name="connsiteX4" fmla="*/ 1206500 w 1690345"/>
              <a:gd name="connsiteY4" fmla="*/ 171450 h 1225550"/>
              <a:gd name="connsiteX5" fmla="*/ 1225550 w 1690345"/>
              <a:gd name="connsiteY5" fmla="*/ 184150 h 1225550"/>
              <a:gd name="connsiteX6" fmla="*/ 1270000 w 1690345"/>
              <a:gd name="connsiteY6" fmla="*/ 190500 h 1225550"/>
              <a:gd name="connsiteX7" fmla="*/ 1295400 w 1690345"/>
              <a:gd name="connsiteY7" fmla="*/ 196850 h 1225550"/>
              <a:gd name="connsiteX8" fmla="*/ 1403350 w 1690345"/>
              <a:gd name="connsiteY8" fmla="*/ 215900 h 1225550"/>
              <a:gd name="connsiteX9" fmla="*/ 1492250 w 1690345"/>
              <a:gd name="connsiteY9" fmla="*/ 234950 h 1225550"/>
              <a:gd name="connsiteX10" fmla="*/ 1524000 w 1690345"/>
              <a:gd name="connsiteY10" fmla="*/ 254000 h 1225550"/>
              <a:gd name="connsiteX11" fmla="*/ 1581150 w 1690345"/>
              <a:gd name="connsiteY11" fmla="*/ 285750 h 1225550"/>
              <a:gd name="connsiteX12" fmla="*/ 1644650 w 1690345"/>
              <a:gd name="connsiteY12" fmla="*/ 355600 h 1225550"/>
              <a:gd name="connsiteX13" fmla="*/ 1657350 w 1690345"/>
              <a:gd name="connsiteY13" fmla="*/ 374650 h 1225550"/>
              <a:gd name="connsiteX14" fmla="*/ 1670050 w 1690345"/>
              <a:gd name="connsiteY14" fmla="*/ 400050 h 1225550"/>
              <a:gd name="connsiteX15" fmla="*/ 1676400 w 1690345"/>
              <a:gd name="connsiteY15" fmla="*/ 444500 h 1225550"/>
              <a:gd name="connsiteX16" fmla="*/ 1689100 w 1690345"/>
              <a:gd name="connsiteY16" fmla="*/ 514350 h 1225550"/>
              <a:gd name="connsiteX17" fmla="*/ 1682750 w 1690345"/>
              <a:gd name="connsiteY17" fmla="*/ 679450 h 1225550"/>
              <a:gd name="connsiteX18" fmla="*/ 1651000 w 1690345"/>
              <a:gd name="connsiteY18" fmla="*/ 723900 h 1225550"/>
              <a:gd name="connsiteX19" fmla="*/ 1638300 w 1690345"/>
              <a:gd name="connsiteY19" fmla="*/ 755650 h 1225550"/>
              <a:gd name="connsiteX20" fmla="*/ 1562100 w 1690345"/>
              <a:gd name="connsiteY20" fmla="*/ 793750 h 1225550"/>
              <a:gd name="connsiteX21" fmla="*/ 1530350 w 1690345"/>
              <a:gd name="connsiteY21" fmla="*/ 806450 h 1225550"/>
              <a:gd name="connsiteX22" fmla="*/ 1479550 w 1690345"/>
              <a:gd name="connsiteY22" fmla="*/ 831850 h 1225550"/>
              <a:gd name="connsiteX23" fmla="*/ 1231900 w 1690345"/>
              <a:gd name="connsiteY23" fmla="*/ 787400 h 1225550"/>
              <a:gd name="connsiteX24" fmla="*/ 1206500 w 1690345"/>
              <a:gd name="connsiteY24" fmla="*/ 768350 h 1225550"/>
              <a:gd name="connsiteX25" fmla="*/ 1187450 w 1690345"/>
              <a:gd name="connsiteY25" fmla="*/ 749300 h 1225550"/>
              <a:gd name="connsiteX26" fmla="*/ 1162050 w 1690345"/>
              <a:gd name="connsiteY26" fmla="*/ 730250 h 1225550"/>
              <a:gd name="connsiteX27" fmla="*/ 1130300 w 1690345"/>
              <a:gd name="connsiteY27" fmla="*/ 685800 h 1225550"/>
              <a:gd name="connsiteX28" fmla="*/ 1092200 w 1690345"/>
              <a:gd name="connsiteY28" fmla="*/ 635000 h 1225550"/>
              <a:gd name="connsiteX29" fmla="*/ 1085850 w 1690345"/>
              <a:gd name="connsiteY29" fmla="*/ 615950 h 1225550"/>
              <a:gd name="connsiteX30" fmla="*/ 1066800 w 1690345"/>
              <a:gd name="connsiteY30" fmla="*/ 571500 h 1225550"/>
              <a:gd name="connsiteX31" fmla="*/ 1047750 w 1690345"/>
              <a:gd name="connsiteY31" fmla="*/ 501650 h 1225550"/>
              <a:gd name="connsiteX32" fmla="*/ 1028700 w 1690345"/>
              <a:gd name="connsiteY32" fmla="*/ 482600 h 1225550"/>
              <a:gd name="connsiteX33" fmla="*/ 1016000 w 1690345"/>
              <a:gd name="connsiteY33" fmla="*/ 457200 h 1225550"/>
              <a:gd name="connsiteX34" fmla="*/ 1009650 w 1690345"/>
              <a:gd name="connsiteY34" fmla="*/ 431800 h 1225550"/>
              <a:gd name="connsiteX35" fmla="*/ 971550 w 1690345"/>
              <a:gd name="connsiteY35" fmla="*/ 412750 h 1225550"/>
              <a:gd name="connsiteX36" fmla="*/ 927100 w 1690345"/>
              <a:gd name="connsiteY36" fmla="*/ 381000 h 1225550"/>
              <a:gd name="connsiteX37" fmla="*/ 901700 w 1690345"/>
              <a:gd name="connsiteY37" fmla="*/ 374650 h 1225550"/>
              <a:gd name="connsiteX38" fmla="*/ 857250 w 1690345"/>
              <a:gd name="connsiteY38" fmla="*/ 361950 h 1225550"/>
              <a:gd name="connsiteX39" fmla="*/ 692150 w 1690345"/>
              <a:gd name="connsiteY39" fmla="*/ 368300 h 1225550"/>
              <a:gd name="connsiteX40" fmla="*/ 666750 w 1690345"/>
              <a:gd name="connsiteY40" fmla="*/ 374650 h 1225550"/>
              <a:gd name="connsiteX41" fmla="*/ 641350 w 1690345"/>
              <a:gd name="connsiteY41" fmla="*/ 412750 h 1225550"/>
              <a:gd name="connsiteX42" fmla="*/ 622300 w 1690345"/>
              <a:gd name="connsiteY42" fmla="*/ 457200 h 1225550"/>
              <a:gd name="connsiteX43" fmla="*/ 596900 w 1690345"/>
              <a:gd name="connsiteY43" fmla="*/ 482600 h 1225550"/>
              <a:gd name="connsiteX44" fmla="*/ 577850 w 1690345"/>
              <a:gd name="connsiteY44" fmla="*/ 514350 h 1225550"/>
              <a:gd name="connsiteX45" fmla="*/ 520700 w 1690345"/>
              <a:gd name="connsiteY45" fmla="*/ 641350 h 1225550"/>
              <a:gd name="connsiteX46" fmla="*/ 527050 w 1690345"/>
              <a:gd name="connsiteY46" fmla="*/ 730250 h 1225550"/>
              <a:gd name="connsiteX47" fmla="*/ 546100 w 1690345"/>
              <a:gd name="connsiteY47" fmla="*/ 749300 h 1225550"/>
              <a:gd name="connsiteX48" fmla="*/ 558800 w 1690345"/>
              <a:gd name="connsiteY48" fmla="*/ 768350 h 1225550"/>
              <a:gd name="connsiteX49" fmla="*/ 571500 w 1690345"/>
              <a:gd name="connsiteY49" fmla="*/ 793750 h 1225550"/>
              <a:gd name="connsiteX50" fmla="*/ 596900 w 1690345"/>
              <a:gd name="connsiteY50" fmla="*/ 812800 h 1225550"/>
              <a:gd name="connsiteX51" fmla="*/ 609600 w 1690345"/>
              <a:gd name="connsiteY51" fmla="*/ 831850 h 1225550"/>
              <a:gd name="connsiteX52" fmla="*/ 635000 w 1690345"/>
              <a:gd name="connsiteY52" fmla="*/ 857250 h 1225550"/>
              <a:gd name="connsiteX53" fmla="*/ 641350 w 1690345"/>
              <a:gd name="connsiteY53" fmla="*/ 882650 h 1225550"/>
              <a:gd name="connsiteX54" fmla="*/ 654050 w 1690345"/>
              <a:gd name="connsiteY54" fmla="*/ 908050 h 1225550"/>
              <a:gd name="connsiteX55" fmla="*/ 660400 w 1690345"/>
              <a:gd name="connsiteY55" fmla="*/ 927100 h 1225550"/>
              <a:gd name="connsiteX56" fmla="*/ 628650 w 1690345"/>
              <a:gd name="connsiteY56" fmla="*/ 1123950 h 1225550"/>
              <a:gd name="connsiteX57" fmla="*/ 584200 w 1690345"/>
              <a:gd name="connsiteY57" fmla="*/ 1155700 h 1225550"/>
              <a:gd name="connsiteX58" fmla="*/ 501650 w 1690345"/>
              <a:gd name="connsiteY58" fmla="*/ 1206500 h 1225550"/>
              <a:gd name="connsiteX59" fmla="*/ 450850 w 1690345"/>
              <a:gd name="connsiteY59" fmla="*/ 1212850 h 1225550"/>
              <a:gd name="connsiteX60" fmla="*/ 400050 w 1690345"/>
              <a:gd name="connsiteY60" fmla="*/ 1225550 h 1225550"/>
              <a:gd name="connsiteX61" fmla="*/ 76200 w 1690345"/>
              <a:gd name="connsiteY61" fmla="*/ 1219200 h 1225550"/>
              <a:gd name="connsiteX62" fmla="*/ 57150 w 1690345"/>
              <a:gd name="connsiteY62" fmla="*/ 1206500 h 1225550"/>
              <a:gd name="connsiteX63" fmla="*/ 38100 w 1690345"/>
              <a:gd name="connsiteY63" fmla="*/ 1200150 h 1225550"/>
              <a:gd name="connsiteX64" fmla="*/ 0 w 1690345"/>
              <a:gd name="connsiteY64" fmla="*/ 1181100 h 1225550"/>
              <a:gd name="connsiteX0" fmla="*/ 996950 w 1690345"/>
              <a:gd name="connsiteY0" fmla="*/ 0 h 1225550"/>
              <a:gd name="connsiteX1" fmla="*/ 1073150 w 1690345"/>
              <a:gd name="connsiteY1" fmla="*/ 107950 h 1225550"/>
              <a:gd name="connsiteX2" fmla="*/ 1111250 w 1690345"/>
              <a:gd name="connsiteY2" fmla="*/ 146050 h 1225550"/>
              <a:gd name="connsiteX3" fmla="*/ 1149350 w 1690345"/>
              <a:gd name="connsiteY3" fmla="*/ 165100 h 1225550"/>
              <a:gd name="connsiteX4" fmla="*/ 1225550 w 1690345"/>
              <a:gd name="connsiteY4" fmla="*/ 184150 h 1225550"/>
              <a:gd name="connsiteX5" fmla="*/ 1270000 w 1690345"/>
              <a:gd name="connsiteY5" fmla="*/ 190500 h 1225550"/>
              <a:gd name="connsiteX6" fmla="*/ 1295400 w 1690345"/>
              <a:gd name="connsiteY6" fmla="*/ 196850 h 1225550"/>
              <a:gd name="connsiteX7" fmla="*/ 1403350 w 1690345"/>
              <a:gd name="connsiteY7" fmla="*/ 215900 h 1225550"/>
              <a:gd name="connsiteX8" fmla="*/ 1492250 w 1690345"/>
              <a:gd name="connsiteY8" fmla="*/ 234950 h 1225550"/>
              <a:gd name="connsiteX9" fmla="*/ 1524000 w 1690345"/>
              <a:gd name="connsiteY9" fmla="*/ 254000 h 1225550"/>
              <a:gd name="connsiteX10" fmla="*/ 1581150 w 1690345"/>
              <a:gd name="connsiteY10" fmla="*/ 285750 h 1225550"/>
              <a:gd name="connsiteX11" fmla="*/ 1644650 w 1690345"/>
              <a:gd name="connsiteY11" fmla="*/ 355600 h 1225550"/>
              <a:gd name="connsiteX12" fmla="*/ 1657350 w 1690345"/>
              <a:gd name="connsiteY12" fmla="*/ 374650 h 1225550"/>
              <a:gd name="connsiteX13" fmla="*/ 1670050 w 1690345"/>
              <a:gd name="connsiteY13" fmla="*/ 400050 h 1225550"/>
              <a:gd name="connsiteX14" fmla="*/ 1676400 w 1690345"/>
              <a:gd name="connsiteY14" fmla="*/ 444500 h 1225550"/>
              <a:gd name="connsiteX15" fmla="*/ 1689100 w 1690345"/>
              <a:gd name="connsiteY15" fmla="*/ 514350 h 1225550"/>
              <a:gd name="connsiteX16" fmla="*/ 1682750 w 1690345"/>
              <a:gd name="connsiteY16" fmla="*/ 679450 h 1225550"/>
              <a:gd name="connsiteX17" fmla="*/ 1651000 w 1690345"/>
              <a:gd name="connsiteY17" fmla="*/ 723900 h 1225550"/>
              <a:gd name="connsiteX18" fmla="*/ 1638300 w 1690345"/>
              <a:gd name="connsiteY18" fmla="*/ 755650 h 1225550"/>
              <a:gd name="connsiteX19" fmla="*/ 1562100 w 1690345"/>
              <a:gd name="connsiteY19" fmla="*/ 793750 h 1225550"/>
              <a:gd name="connsiteX20" fmla="*/ 1530350 w 1690345"/>
              <a:gd name="connsiteY20" fmla="*/ 806450 h 1225550"/>
              <a:gd name="connsiteX21" fmla="*/ 1479550 w 1690345"/>
              <a:gd name="connsiteY21" fmla="*/ 831850 h 1225550"/>
              <a:gd name="connsiteX22" fmla="*/ 1231900 w 1690345"/>
              <a:gd name="connsiteY22" fmla="*/ 787400 h 1225550"/>
              <a:gd name="connsiteX23" fmla="*/ 1206500 w 1690345"/>
              <a:gd name="connsiteY23" fmla="*/ 768350 h 1225550"/>
              <a:gd name="connsiteX24" fmla="*/ 1187450 w 1690345"/>
              <a:gd name="connsiteY24" fmla="*/ 749300 h 1225550"/>
              <a:gd name="connsiteX25" fmla="*/ 1162050 w 1690345"/>
              <a:gd name="connsiteY25" fmla="*/ 730250 h 1225550"/>
              <a:gd name="connsiteX26" fmla="*/ 1130300 w 1690345"/>
              <a:gd name="connsiteY26" fmla="*/ 685800 h 1225550"/>
              <a:gd name="connsiteX27" fmla="*/ 1092200 w 1690345"/>
              <a:gd name="connsiteY27" fmla="*/ 635000 h 1225550"/>
              <a:gd name="connsiteX28" fmla="*/ 1085850 w 1690345"/>
              <a:gd name="connsiteY28" fmla="*/ 615950 h 1225550"/>
              <a:gd name="connsiteX29" fmla="*/ 1066800 w 1690345"/>
              <a:gd name="connsiteY29" fmla="*/ 571500 h 1225550"/>
              <a:gd name="connsiteX30" fmla="*/ 1047750 w 1690345"/>
              <a:gd name="connsiteY30" fmla="*/ 501650 h 1225550"/>
              <a:gd name="connsiteX31" fmla="*/ 1028700 w 1690345"/>
              <a:gd name="connsiteY31" fmla="*/ 482600 h 1225550"/>
              <a:gd name="connsiteX32" fmla="*/ 1016000 w 1690345"/>
              <a:gd name="connsiteY32" fmla="*/ 457200 h 1225550"/>
              <a:gd name="connsiteX33" fmla="*/ 1009650 w 1690345"/>
              <a:gd name="connsiteY33" fmla="*/ 431800 h 1225550"/>
              <a:gd name="connsiteX34" fmla="*/ 971550 w 1690345"/>
              <a:gd name="connsiteY34" fmla="*/ 412750 h 1225550"/>
              <a:gd name="connsiteX35" fmla="*/ 927100 w 1690345"/>
              <a:gd name="connsiteY35" fmla="*/ 381000 h 1225550"/>
              <a:gd name="connsiteX36" fmla="*/ 901700 w 1690345"/>
              <a:gd name="connsiteY36" fmla="*/ 374650 h 1225550"/>
              <a:gd name="connsiteX37" fmla="*/ 857250 w 1690345"/>
              <a:gd name="connsiteY37" fmla="*/ 361950 h 1225550"/>
              <a:gd name="connsiteX38" fmla="*/ 692150 w 1690345"/>
              <a:gd name="connsiteY38" fmla="*/ 368300 h 1225550"/>
              <a:gd name="connsiteX39" fmla="*/ 666750 w 1690345"/>
              <a:gd name="connsiteY39" fmla="*/ 374650 h 1225550"/>
              <a:gd name="connsiteX40" fmla="*/ 641350 w 1690345"/>
              <a:gd name="connsiteY40" fmla="*/ 412750 h 1225550"/>
              <a:gd name="connsiteX41" fmla="*/ 622300 w 1690345"/>
              <a:gd name="connsiteY41" fmla="*/ 457200 h 1225550"/>
              <a:gd name="connsiteX42" fmla="*/ 596900 w 1690345"/>
              <a:gd name="connsiteY42" fmla="*/ 482600 h 1225550"/>
              <a:gd name="connsiteX43" fmla="*/ 577850 w 1690345"/>
              <a:gd name="connsiteY43" fmla="*/ 514350 h 1225550"/>
              <a:gd name="connsiteX44" fmla="*/ 520700 w 1690345"/>
              <a:gd name="connsiteY44" fmla="*/ 641350 h 1225550"/>
              <a:gd name="connsiteX45" fmla="*/ 527050 w 1690345"/>
              <a:gd name="connsiteY45" fmla="*/ 730250 h 1225550"/>
              <a:gd name="connsiteX46" fmla="*/ 546100 w 1690345"/>
              <a:gd name="connsiteY46" fmla="*/ 749300 h 1225550"/>
              <a:gd name="connsiteX47" fmla="*/ 558800 w 1690345"/>
              <a:gd name="connsiteY47" fmla="*/ 768350 h 1225550"/>
              <a:gd name="connsiteX48" fmla="*/ 571500 w 1690345"/>
              <a:gd name="connsiteY48" fmla="*/ 793750 h 1225550"/>
              <a:gd name="connsiteX49" fmla="*/ 596900 w 1690345"/>
              <a:gd name="connsiteY49" fmla="*/ 812800 h 1225550"/>
              <a:gd name="connsiteX50" fmla="*/ 609600 w 1690345"/>
              <a:gd name="connsiteY50" fmla="*/ 831850 h 1225550"/>
              <a:gd name="connsiteX51" fmla="*/ 635000 w 1690345"/>
              <a:gd name="connsiteY51" fmla="*/ 857250 h 1225550"/>
              <a:gd name="connsiteX52" fmla="*/ 641350 w 1690345"/>
              <a:gd name="connsiteY52" fmla="*/ 882650 h 1225550"/>
              <a:gd name="connsiteX53" fmla="*/ 654050 w 1690345"/>
              <a:gd name="connsiteY53" fmla="*/ 908050 h 1225550"/>
              <a:gd name="connsiteX54" fmla="*/ 660400 w 1690345"/>
              <a:gd name="connsiteY54" fmla="*/ 927100 h 1225550"/>
              <a:gd name="connsiteX55" fmla="*/ 628650 w 1690345"/>
              <a:gd name="connsiteY55" fmla="*/ 1123950 h 1225550"/>
              <a:gd name="connsiteX56" fmla="*/ 584200 w 1690345"/>
              <a:gd name="connsiteY56" fmla="*/ 1155700 h 1225550"/>
              <a:gd name="connsiteX57" fmla="*/ 501650 w 1690345"/>
              <a:gd name="connsiteY57" fmla="*/ 1206500 h 1225550"/>
              <a:gd name="connsiteX58" fmla="*/ 450850 w 1690345"/>
              <a:gd name="connsiteY58" fmla="*/ 1212850 h 1225550"/>
              <a:gd name="connsiteX59" fmla="*/ 400050 w 1690345"/>
              <a:gd name="connsiteY59" fmla="*/ 1225550 h 1225550"/>
              <a:gd name="connsiteX60" fmla="*/ 76200 w 1690345"/>
              <a:gd name="connsiteY60" fmla="*/ 1219200 h 1225550"/>
              <a:gd name="connsiteX61" fmla="*/ 57150 w 1690345"/>
              <a:gd name="connsiteY61" fmla="*/ 1206500 h 1225550"/>
              <a:gd name="connsiteX62" fmla="*/ 38100 w 1690345"/>
              <a:gd name="connsiteY62" fmla="*/ 1200150 h 1225550"/>
              <a:gd name="connsiteX63" fmla="*/ 0 w 1690345"/>
              <a:gd name="connsiteY63" fmla="*/ 1181100 h 1225550"/>
              <a:gd name="connsiteX0" fmla="*/ 996950 w 1690345"/>
              <a:gd name="connsiteY0" fmla="*/ 0 h 1225550"/>
              <a:gd name="connsiteX1" fmla="*/ 1073150 w 1690345"/>
              <a:gd name="connsiteY1" fmla="*/ 107950 h 1225550"/>
              <a:gd name="connsiteX2" fmla="*/ 1111250 w 1690345"/>
              <a:gd name="connsiteY2" fmla="*/ 146050 h 1225550"/>
              <a:gd name="connsiteX3" fmla="*/ 1149350 w 1690345"/>
              <a:gd name="connsiteY3" fmla="*/ 165100 h 1225550"/>
              <a:gd name="connsiteX4" fmla="*/ 1225550 w 1690345"/>
              <a:gd name="connsiteY4" fmla="*/ 184150 h 1225550"/>
              <a:gd name="connsiteX5" fmla="*/ 1295400 w 1690345"/>
              <a:gd name="connsiteY5" fmla="*/ 196850 h 1225550"/>
              <a:gd name="connsiteX6" fmla="*/ 1403350 w 1690345"/>
              <a:gd name="connsiteY6" fmla="*/ 215900 h 1225550"/>
              <a:gd name="connsiteX7" fmla="*/ 1492250 w 1690345"/>
              <a:gd name="connsiteY7" fmla="*/ 234950 h 1225550"/>
              <a:gd name="connsiteX8" fmla="*/ 1524000 w 1690345"/>
              <a:gd name="connsiteY8" fmla="*/ 254000 h 1225550"/>
              <a:gd name="connsiteX9" fmla="*/ 1581150 w 1690345"/>
              <a:gd name="connsiteY9" fmla="*/ 285750 h 1225550"/>
              <a:gd name="connsiteX10" fmla="*/ 1644650 w 1690345"/>
              <a:gd name="connsiteY10" fmla="*/ 355600 h 1225550"/>
              <a:gd name="connsiteX11" fmla="*/ 1657350 w 1690345"/>
              <a:gd name="connsiteY11" fmla="*/ 374650 h 1225550"/>
              <a:gd name="connsiteX12" fmla="*/ 1670050 w 1690345"/>
              <a:gd name="connsiteY12" fmla="*/ 400050 h 1225550"/>
              <a:gd name="connsiteX13" fmla="*/ 1676400 w 1690345"/>
              <a:gd name="connsiteY13" fmla="*/ 444500 h 1225550"/>
              <a:gd name="connsiteX14" fmla="*/ 1689100 w 1690345"/>
              <a:gd name="connsiteY14" fmla="*/ 514350 h 1225550"/>
              <a:gd name="connsiteX15" fmla="*/ 1682750 w 1690345"/>
              <a:gd name="connsiteY15" fmla="*/ 679450 h 1225550"/>
              <a:gd name="connsiteX16" fmla="*/ 1651000 w 1690345"/>
              <a:gd name="connsiteY16" fmla="*/ 723900 h 1225550"/>
              <a:gd name="connsiteX17" fmla="*/ 1638300 w 1690345"/>
              <a:gd name="connsiteY17" fmla="*/ 755650 h 1225550"/>
              <a:gd name="connsiteX18" fmla="*/ 1562100 w 1690345"/>
              <a:gd name="connsiteY18" fmla="*/ 793750 h 1225550"/>
              <a:gd name="connsiteX19" fmla="*/ 1530350 w 1690345"/>
              <a:gd name="connsiteY19" fmla="*/ 806450 h 1225550"/>
              <a:gd name="connsiteX20" fmla="*/ 1479550 w 1690345"/>
              <a:gd name="connsiteY20" fmla="*/ 831850 h 1225550"/>
              <a:gd name="connsiteX21" fmla="*/ 1231900 w 1690345"/>
              <a:gd name="connsiteY21" fmla="*/ 787400 h 1225550"/>
              <a:gd name="connsiteX22" fmla="*/ 1206500 w 1690345"/>
              <a:gd name="connsiteY22" fmla="*/ 768350 h 1225550"/>
              <a:gd name="connsiteX23" fmla="*/ 1187450 w 1690345"/>
              <a:gd name="connsiteY23" fmla="*/ 749300 h 1225550"/>
              <a:gd name="connsiteX24" fmla="*/ 1162050 w 1690345"/>
              <a:gd name="connsiteY24" fmla="*/ 730250 h 1225550"/>
              <a:gd name="connsiteX25" fmla="*/ 1130300 w 1690345"/>
              <a:gd name="connsiteY25" fmla="*/ 685800 h 1225550"/>
              <a:gd name="connsiteX26" fmla="*/ 1092200 w 1690345"/>
              <a:gd name="connsiteY26" fmla="*/ 635000 h 1225550"/>
              <a:gd name="connsiteX27" fmla="*/ 1085850 w 1690345"/>
              <a:gd name="connsiteY27" fmla="*/ 615950 h 1225550"/>
              <a:gd name="connsiteX28" fmla="*/ 1066800 w 1690345"/>
              <a:gd name="connsiteY28" fmla="*/ 571500 h 1225550"/>
              <a:gd name="connsiteX29" fmla="*/ 1047750 w 1690345"/>
              <a:gd name="connsiteY29" fmla="*/ 501650 h 1225550"/>
              <a:gd name="connsiteX30" fmla="*/ 1028700 w 1690345"/>
              <a:gd name="connsiteY30" fmla="*/ 482600 h 1225550"/>
              <a:gd name="connsiteX31" fmla="*/ 1016000 w 1690345"/>
              <a:gd name="connsiteY31" fmla="*/ 457200 h 1225550"/>
              <a:gd name="connsiteX32" fmla="*/ 1009650 w 1690345"/>
              <a:gd name="connsiteY32" fmla="*/ 431800 h 1225550"/>
              <a:gd name="connsiteX33" fmla="*/ 971550 w 1690345"/>
              <a:gd name="connsiteY33" fmla="*/ 412750 h 1225550"/>
              <a:gd name="connsiteX34" fmla="*/ 927100 w 1690345"/>
              <a:gd name="connsiteY34" fmla="*/ 381000 h 1225550"/>
              <a:gd name="connsiteX35" fmla="*/ 901700 w 1690345"/>
              <a:gd name="connsiteY35" fmla="*/ 374650 h 1225550"/>
              <a:gd name="connsiteX36" fmla="*/ 857250 w 1690345"/>
              <a:gd name="connsiteY36" fmla="*/ 361950 h 1225550"/>
              <a:gd name="connsiteX37" fmla="*/ 692150 w 1690345"/>
              <a:gd name="connsiteY37" fmla="*/ 368300 h 1225550"/>
              <a:gd name="connsiteX38" fmla="*/ 666750 w 1690345"/>
              <a:gd name="connsiteY38" fmla="*/ 374650 h 1225550"/>
              <a:gd name="connsiteX39" fmla="*/ 641350 w 1690345"/>
              <a:gd name="connsiteY39" fmla="*/ 412750 h 1225550"/>
              <a:gd name="connsiteX40" fmla="*/ 622300 w 1690345"/>
              <a:gd name="connsiteY40" fmla="*/ 457200 h 1225550"/>
              <a:gd name="connsiteX41" fmla="*/ 596900 w 1690345"/>
              <a:gd name="connsiteY41" fmla="*/ 482600 h 1225550"/>
              <a:gd name="connsiteX42" fmla="*/ 577850 w 1690345"/>
              <a:gd name="connsiteY42" fmla="*/ 514350 h 1225550"/>
              <a:gd name="connsiteX43" fmla="*/ 520700 w 1690345"/>
              <a:gd name="connsiteY43" fmla="*/ 641350 h 1225550"/>
              <a:gd name="connsiteX44" fmla="*/ 527050 w 1690345"/>
              <a:gd name="connsiteY44" fmla="*/ 730250 h 1225550"/>
              <a:gd name="connsiteX45" fmla="*/ 546100 w 1690345"/>
              <a:gd name="connsiteY45" fmla="*/ 749300 h 1225550"/>
              <a:gd name="connsiteX46" fmla="*/ 558800 w 1690345"/>
              <a:gd name="connsiteY46" fmla="*/ 768350 h 1225550"/>
              <a:gd name="connsiteX47" fmla="*/ 571500 w 1690345"/>
              <a:gd name="connsiteY47" fmla="*/ 793750 h 1225550"/>
              <a:gd name="connsiteX48" fmla="*/ 596900 w 1690345"/>
              <a:gd name="connsiteY48" fmla="*/ 812800 h 1225550"/>
              <a:gd name="connsiteX49" fmla="*/ 609600 w 1690345"/>
              <a:gd name="connsiteY49" fmla="*/ 831850 h 1225550"/>
              <a:gd name="connsiteX50" fmla="*/ 635000 w 1690345"/>
              <a:gd name="connsiteY50" fmla="*/ 857250 h 1225550"/>
              <a:gd name="connsiteX51" fmla="*/ 641350 w 1690345"/>
              <a:gd name="connsiteY51" fmla="*/ 882650 h 1225550"/>
              <a:gd name="connsiteX52" fmla="*/ 654050 w 1690345"/>
              <a:gd name="connsiteY52" fmla="*/ 908050 h 1225550"/>
              <a:gd name="connsiteX53" fmla="*/ 660400 w 1690345"/>
              <a:gd name="connsiteY53" fmla="*/ 927100 h 1225550"/>
              <a:gd name="connsiteX54" fmla="*/ 628650 w 1690345"/>
              <a:gd name="connsiteY54" fmla="*/ 1123950 h 1225550"/>
              <a:gd name="connsiteX55" fmla="*/ 584200 w 1690345"/>
              <a:gd name="connsiteY55" fmla="*/ 1155700 h 1225550"/>
              <a:gd name="connsiteX56" fmla="*/ 501650 w 1690345"/>
              <a:gd name="connsiteY56" fmla="*/ 1206500 h 1225550"/>
              <a:gd name="connsiteX57" fmla="*/ 450850 w 1690345"/>
              <a:gd name="connsiteY57" fmla="*/ 1212850 h 1225550"/>
              <a:gd name="connsiteX58" fmla="*/ 400050 w 1690345"/>
              <a:gd name="connsiteY58" fmla="*/ 1225550 h 1225550"/>
              <a:gd name="connsiteX59" fmla="*/ 76200 w 1690345"/>
              <a:gd name="connsiteY59" fmla="*/ 1219200 h 1225550"/>
              <a:gd name="connsiteX60" fmla="*/ 57150 w 1690345"/>
              <a:gd name="connsiteY60" fmla="*/ 1206500 h 1225550"/>
              <a:gd name="connsiteX61" fmla="*/ 38100 w 1690345"/>
              <a:gd name="connsiteY61" fmla="*/ 1200150 h 1225550"/>
              <a:gd name="connsiteX62" fmla="*/ 0 w 1690345"/>
              <a:gd name="connsiteY62" fmla="*/ 1181100 h 1225550"/>
              <a:gd name="connsiteX0" fmla="*/ 996950 w 1690345"/>
              <a:gd name="connsiteY0" fmla="*/ 0 h 1225550"/>
              <a:gd name="connsiteX1" fmla="*/ 1073150 w 1690345"/>
              <a:gd name="connsiteY1" fmla="*/ 107950 h 1225550"/>
              <a:gd name="connsiteX2" fmla="*/ 1111250 w 1690345"/>
              <a:gd name="connsiteY2" fmla="*/ 146050 h 1225550"/>
              <a:gd name="connsiteX3" fmla="*/ 1149350 w 1690345"/>
              <a:gd name="connsiteY3" fmla="*/ 165100 h 1225550"/>
              <a:gd name="connsiteX4" fmla="*/ 1225550 w 1690345"/>
              <a:gd name="connsiteY4" fmla="*/ 184150 h 1225550"/>
              <a:gd name="connsiteX5" fmla="*/ 1295400 w 1690345"/>
              <a:gd name="connsiteY5" fmla="*/ 196850 h 1225550"/>
              <a:gd name="connsiteX6" fmla="*/ 1492250 w 1690345"/>
              <a:gd name="connsiteY6" fmla="*/ 234950 h 1225550"/>
              <a:gd name="connsiteX7" fmla="*/ 1524000 w 1690345"/>
              <a:gd name="connsiteY7" fmla="*/ 254000 h 1225550"/>
              <a:gd name="connsiteX8" fmla="*/ 1581150 w 1690345"/>
              <a:gd name="connsiteY8" fmla="*/ 285750 h 1225550"/>
              <a:gd name="connsiteX9" fmla="*/ 1644650 w 1690345"/>
              <a:gd name="connsiteY9" fmla="*/ 355600 h 1225550"/>
              <a:gd name="connsiteX10" fmla="*/ 1657350 w 1690345"/>
              <a:gd name="connsiteY10" fmla="*/ 374650 h 1225550"/>
              <a:gd name="connsiteX11" fmla="*/ 1670050 w 1690345"/>
              <a:gd name="connsiteY11" fmla="*/ 400050 h 1225550"/>
              <a:gd name="connsiteX12" fmla="*/ 1676400 w 1690345"/>
              <a:gd name="connsiteY12" fmla="*/ 444500 h 1225550"/>
              <a:gd name="connsiteX13" fmla="*/ 1689100 w 1690345"/>
              <a:gd name="connsiteY13" fmla="*/ 514350 h 1225550"/>
              <a:gd name="connsiteX14" fmla="*/ 1682750 w 1690345"/>
              <a:gd name="connsiteY14" fmla="*/ 679450 h 1225550"/>
              <a:gd name="connsiteX15" fmla="*/ 1651000 w 1690345"/>
              <a:gd name="connsiteY15" fmla="*/ 723900 h 1225550"/>
              <a:gd name="connsiteX16" fmla="*/ 1638300 w 1690345"/>
              <a:gd name="connsiteY16" fmla="*/ 755650 h 1225550"/>
              <a:gd name="connsiteX17" fmla="*/ 1562100 w 1690345"/>
              <a:gd name="connsiteY17" fmla="*/ 793750 h 1225550"/>
              <a:gd name="connsiteX18" fmla="*/ 1530350 w 1690345"/>
              <a:gd name="connsiteY18" fmla="*/ 806450 h 1225550"/>
              <a:gd name="connsiteX19" fmla="*/ 1479550 w 1690345"/>
              <a:gd name="connsiteY19" fmla="*/ 831850 h 1225550"/>
              <a:gd name="connsiteX20" fmla="*/ 1231900 w 1690345"/>
              <a:gd name="connsiteY20" fmla="*/ 787400 h 1225550"/>
              <a:gd name="connsiteX21" fmla="*/ 1206500 w 1690345"/>
              <a:gd name="connsiteY21" fmla="*/ 768350 h 1225550"/>
              <a:gd name="connsiteX22" fmla="*/ 1187450 w 1690345"/>
              <a:gd name="connsiteY22" fmla="*/ 749300 h 1225550"/>
              <a:gd name="connsiteX23" fmla="*/ 1162050 w 1690345"/>
              <a:gd name="connsiteY23" fmla="*/ 730250 h 1225550"/>
              <a:gd name="connsiteX24" fmla="*/ 1130300 w 1690345"/>
              <a:gd name="connsiteY24" fmla="*/ 685800 h 1225550"/>
              <a:gd name="connsiteX25" fmla="*/ 1092200 w 1690345"/>
              <a:gd name="connsiteY25" fmla="*/ 635000 h 1225550"/>
              <a:gd name="connsiteX26" fmla="*/ 1085850 w 1690345"/>
              <a:gd name="connsiteY26" fmla="*/ 615950 h 1225550"/>
              <a:gd name="connsiteX27" fmla="*/ 1066800 w 1690345"/>
              <a:gd name="connsiteY27" fmla="*/ 571500 h 1225550"/>
              <a:gd name="connsiteX28" fmla="*/ 1047750 w 1690345"/>
              <a:gd name="connsiteY28" fmla="*/ 501650 h 1225550"/>
              <a:gd name="connsiteX29" fmla="*/ 1028700 w 1690345"/>
              <a:gd name="connsiteY29" fmla="*/ 482600 h 1225550"/>
              <a:gd name="connsiteX30" fmla="*/ 1016000 w 1690345"/>
              <a:gd name="connsiteY30" fmla="*/ 457200 h 1225550"/>
              <a:gd name="connsiteX31" fmla="*/ 1009650 w 1690345"/>
              <a:gd name="connsiteY31" fmla="*/ 431800 h 1225550"/>
              <a:gd name="connsiteX32" fmla="*/ 971550 w 1690345"/>
              <a:gd name="connsiteY32" fmla="*/ 412750 h 1225550"/>
              <a:gd name="connsiteX33" fmla="*/ 927100 w 1690345"/>
              <a:gd name="connsiteY33" fmla="*/ 381000 h 1225550"/>
              <a:gd name="connsiteX34" fmla="*/ 901700 w 1690345"/>
              <a:gd name="connsiteY34" fmla="*/ 374650 h 1225550"/>
              <a:gd name="connsiteX35" fmla="*/ 857250 w 1690345"/>
              <a:gd name="connsiteY35" fmla="*/ 361950 h 1225550"/>
              <a:gd name="connsiteX36" fmla="*/ 692150 w 1690345"/>
              <a:gd name="connsiteY36" fmla="*/ 368300 h 1225550"/>
              <a:gd name="connsiteX37" fmla="*/ 666750 w 1690345"/>
              <a:gd name="connsiteY37" fmla="*/ 374650 h 1225550"/>
              <a:gd name="connsiteX38" fmla="*/ 641350 w 1690345"/>
              <a:gd name="connsiteY38" fmla="*/ 412750 h 1225550"/>
              <a:gd name="connsiteX39" fmla="*/ 622300 w 1690345"/>
              <a:gd name="connsiteY39" fmla="*/ 457200 h 1225550"/>
              <a:gd name="connsiteX40" fmla="*/ 596900 w 1690345"/>
              <a:gd name="connsiteY40" fmla="*/ 482600 h 1225550"/>
              <a:gd name="connsiteX41" fmla="*/ 577850 w 1690345"/>
              <a:gd name="connsiteY41" fmla="*/ 514350 h 1225550"/>
              <a:gd name="connsiteX42" fmla="*/ 520700 w 1690345"/>
              <a:gd name="connsiteY42" fmla="*/ 641350 h 1225550"/>
              <a:gd name="connsiteX43" fmla="*/ 527050 w 1690345"/>
              <a:gd name="connsiteY43" fmla="*/ 730250 h 1225550"/>
              <a:gd name="connsiteX44" fmla="*/ 546100 w 1690345"/>
              <a:gd name="connsiteY44" fmla="*/ 749300 h 1225550"/>
              <a:gd name="connsiteX45" fmla="*/ 558800 w 1690345"/>
              <a:gd name="connsiteY45" fmla="*/ 768350 h 1225550"/>
              <a:gd name="connsiteX46" fmla="*/ 571500 w 1690345"/>
              <a:gd name="connsiteY46" fmla="*/ 793750 h 1225550"/>
              <a:gd name="connsiteX47" fmla="*/ 596900 w 1690345"/>
              <a:gd name="connsiteY47" fmla="*/ 812800 h 1225550"/>
              <a:gd name="connsiteX48" fmla="*/ 609600 w 1690345"/>
              <a:gd name="connsiteY48" fmla="*/ 831850 h 1225550"/>
              <a:gd name="connsiteX49" fmla="*/ 635000 w 1690345"/>
              <a:gd name="connsiteY49" fmla="*/ 857250 h 1225550"/>
              <a:gd name="connsiteX50" fmla="*/ 641350 w 1690345"/>
              <a:gd name="connsiteY50" fmla="*/ 882650 h 1225550"/>
              <a:gd name="connsiteX51" fmla="*/ 654050 w 1690345"/>
              <a:gd name="connsiteY51" fmla="*/ 908050 h 1225550"/>
              <a:gd name="connsiteX52" fmla="*/ 660400 w 1690345"/>
              <a:gd name="connsiteY52" fmla="*/ 927100 h 1225550"/>
              <a:gd name="connsiteX53" fmla="*/ 628650 w 1690345"/>
              <a:gd name="connsiteY53" fmla="*/ 1123950 h 1225550"/>
              <a:gd name="connsiteX54" fmla="*/ 584200 w 1690345"/>
              <a:gd name="connsiteY54" fmla="*/ 1155700 h 1225550"/>
              <a:gd name="connsiteX55" fmla="*/ 501650 w 1690345"/>
              <a:gd name="connsiteY55" fmla="*/ 1206500 h 1225550"/>
              <a:gd name="connsiteX56" fmla="*/ 450850 w 1690345"/>
              <a:gd name="connsiteY56" fmla="*/ 1212850 h 1225550"/>
              <a:gd name="connsiteX57" fmla="*/ 400050 w 1690345"/>
              <a:gd name="connsiteY57" fmla="*/ 1225550 h 1225550"/>
              <a:gd name="connsiteX58" fmla="*/ 76200 w 1690345"/>
              <a:gd name="connsiteY58" fmla="*/ 1219200 h 1225550"/>
              <a:gd name="connsiteX59" fmla="*/ 57150 w 1690345"/>
              <a:gd name="connsiteY59" fmla="*/ 1206500 h 1225550"/>
              <a:gd name="connsiteX60" fmla="*/ 38100 w 1690345"/>
              <a:gd name="connsiteY60" fmla="*/ 1200150 h 1225550"/>
              <a:gd name="connsiteX61" fmla="*/ 0 w 1690345"/>
              <a:gd name="connsiteY61" fmla="*/ 1181100 h 1225550"/>
              <a:gd name="connsiteX0" fmla="*/ 996950 w 1690345"/>
              <a:gd name="connsiteY0" fmla="*/ 0 h 1225550"/>
              <a:gd name="connsiteX1" fmla="*/ 1073150 w 1690345"/>
              <a:gd name="connsiteY1" fmla="*/ 107950 h 1225550"/>
              <a:gd name="connsiteX2" fmla="*/ 1111250 w 1690345"/>
              <a:gd name="connsiteY2" fmla="*/ 146050 h 1225550"/>
              <a:gd name="connsiteX3" fmla="*/ 1149350 w 1690345"/>
              <a:gd name="connsiteY3" fmla="*/ 165100 h 1225550"/>
              <a:gd name="connsiteX4" fmla="*/ 1225550 w 1690345"/>
              <a:gd name="connsiteY4" fmla="*/ 184150 h 1225550"/>
              <a:gd name="connsiteX5" fmla="*/ 1295400 w 1690345"/>
              <a:gd name="connsiteY5" fmla="*/ 196850 h 1225550"/>
              <a:gd name="connsiteX6" fmla="*/ 1492250 w 1690345"/>
              <a:gd name="connsiteY6" fmla="*/ 234950 h 1225550"/>
              <a:gd name="connsiteX7" fmla="*/ 1581150 w 1690345"/>
              <a:gd name="connsiteY7" fmla="*/ 285750 h 1225550"/>
              <a:gd name="connsiteX8" fmla="*/ 1644650 w 1690345"/>
              <a:gd name="connsiteY8" fmla="*/ 355600 h 1225550"/>
              <a:gd name="connsiteX9" fmla="*/ 1657350 w 1690345"/>
              <a:gd name="connsiteY9" fmla="*/ 374650 h 1225550"/>
              <a:gd name="connsiteX10" fmla="*/ 1670050 w 1690345"/>
              <a:gd name="connsiteY10" fmla="*/ 400050 h 1225550"/>
              <a:gd name="connsiteX11" fmla="*/ 1676400 w 1690345"/>
              <a:gd name="connsiteY11" fmla="*/ 444500 h 1225550"/>
              <a:gd name="connsiteX12" fmla="*/ 1689100 w 1690345"/>
              <a:gd name="connsiteY12" fmla="*/ 514350 h 1225550"/>
              <a:gd name="connsiteX13" fmla="*/ 1682750 w 1690345"/>
              <a:gd name="connsiteY13" fmla="*/ 679450 h 1225550"/>
              <a:gd name="connsiteX14" fmla="*/ 1651000 w 1690345"/>
              <a:gd name="connsiteY14" fmla="*/ 723900 h 1225550"/>
              <a:gd name="connsiteX15" fmla="*/ 1638300 w 1690345"/>
              <a:gd name="connsiteY15" fmla="*/ 755650 h 1225550"/>
              <a:gd name="connsiteX16" fmla="*/ 1562100 w 1690345"/>
              <a:gd name="connsiteY16" fmla="*/ 793750 h 1225550"/>
              <a:gd name="connsiteX17" fmla="*/ 1530350 w 1690345"/>
              <a:gd name="connsiteY17" fmla="*/ 806450 h 1225550"/>
              <a:gd name="connsiteX18" fmla="*/ 1479550 w 1690345"/>
              <a:gd name="connsiteY18" fmla="*/ 831850 h 1225550"/>
              <a:gd name="connsiteX19" fmla="*/ 1231900 w 1690345"/>
              <a:gd name="connsiteY19" fmla="*/ 787400 h 1225550"/>
              <a:gd name="connsiteX20" fmla="*/ 1206500 w 1690345"/>
              <a:gd name="connsiteY20" fmla="*/ 768350 h 1225550"/>
              <a:gd name="connsiteX21" fmla="*/ 1187450 w 1690345"/>
              <a:gd name="connsiteY21" fmla="*/ 749300 h 1225550"/>
              <a:gd name="connsiteX22" fmla="*/ 1162050 w 1690345"/>
              <a:gd name="connsiteY22" fmla="*/ 730250 h 1225550"/>
              <a:gd name="connsiteX23" fmla="*/ 1130300 w 1690345"/>
              <a:gd name="connsiteY23" fmla="*/ 685800 h 1225550"/>
              <a:gd name="connsiteX24" fmla="*/ 1092200 w 1690345"/>
              <a:gd name="connsiteY24" fmla="*/ 635000 h 1225550"/>
              <a:gd name="connsiteX25" fmla="*/ 1085850 w 1690345"/>
              <a:gd name="connsiteY25" fmla="*/ 615950 h 1225550"/>
              <a:gd name="connsiteX26" fmla="*/ 1066800 w 1690345"/>
              <a:gd name="connsiteY26" fmla="*/ 571500 h 1225550"/>
              <a:gd name="connsiteX27" fmla="*/ 1047750 w 1690345"/>
              <a:gd name="connsiteY27" fmla="*/ 501650 h 1225550"/>
              <a:gd name="connsiteX28" fmla="*/ 1028700 w 1690345"/>
              <a:gd name="connsiteY28" fmla="*/ 482600 h 1225550"/>
              <a:gd name="connsiteX29" fmla="*/ 1016000 w 1690345"/>
              <a:gd name="connsiteY29" fmla="*/ 457200 h 1225550"/>
              <a:gd name="connsiteX30" fmla="*/ 1009650 w 1690345"/>
              <a:gd name="connsiteY30" fmla="*/ 431800 h 1225550"/>
              <a:gd name="connsiteX31" fmla="*/ 971550 w 1690345"/>
              <a:gd name="connsiteY31" fmla="*/ 412750 h 1225550"/>
              <a:gd name="connsiteX32" fmla="*/ 927100 w 1690345"/>
              <a:gd name="connsiteY32" fmla="*/ 381000 h 1225550"/>
              <a:gd name="connsiteX33" fmla="*/ 901700 w 1690345"/>
              <a:gd name="connsiteY33" fmla="*/ 374650 h 1225550"/>
              <a:gd name="connsiteX34" fmla="*/ 857250 w 1690345"/>
              <a:gd name="connsiteY34" fmla="*/ 361950 h 1225550"/>
              <a:gd name="connsiteX35" fmla="*/ 692150 w 1690345"/>
              <a:gd name="connsiteY35" fmla="*/ 368300 h 1225550"/>
              <a:gd name="connsiteX36" fmla="*/ 666750 w 1690345"/>
              <a:gd name="connsiteY36" fmla="*/ 374650 h 1225550"/>
              <a:gd name="connsiteX37" fmla="*/ 641350 w 1690345"/>
              <a:gd name="connsiteY37" fmla="*/ 412750 h 1225550"/>
              <a:gd name="connsiteX38" fmla="*/ 622300 w 1690345"/>
              <a:gd name="connsiteY38" fmla="*/ 457200 h 1225550"/>
              <a:gd name="connsiteX39" fmla="*/ 596900 w 1690345"/>
              <a:gd name="connsiteY39" fmla="*/ 482600 h 1225550"/>
              <a:gd name="connsiteX40" fmla="*/ 577850 w 1690345"/>
              <a:gd name="connsiteY40" fmla="*/ 514350 h 1225550"/>
              <a:gd name="connsiteX41" fmla="*/ 520700 w 1690345"/>
              <a:gd name="connsiteY41" fmla="*/ 641350 h 1225550"/>
              <a:gd name="connsiteX42" fmla="*/ 527050 w 1690345"/>
              <a:gd name="connsiteY42" fmla="*/ 730250 h 1225550"/>
              <a:gd name="connsiteX43" fmla="*/ 546100 w 1690345"/>
              <a:gd name="connsiteY43" fmla="*/ 749300 h 1225550"/>
              <a:gd name="connsiteX44" fmla="*/ 558800 w 1690345"/>
              <a:gd name="connsiteY44" fmla="*/ 768350 h 1225550"/>
              <a:gd name="connsiteX45" fmla="*/ 571500 w 1690345"/>
              <a:gd name="connsiteY45" fmla="*/ 793750 h 1225550"/>
              <a:gd name="connsiteX46" fmla="*/ 596900 w 1690345"/>
              <a:gd name="connsiteY46" fmla="*/ 812800 h 1225550"/>
              <a:gd name="connsiteX47" fmla="*/ 609600 w 1690345"/>
              <a:gd name="connsiteY47" fmla="*/ 831850 h 1225550"/>
              <a:gd name="connsiteX48" fmla="*/ 635000 w 1690345"/>
              <a:gd name="connsiteY48" fmla="*/ 857250 h 1225550"/>
              <a:gd name="connsiteX49" fmla="*/ 641350 w 1690345"/>
              <a:gd name="connsiteY49" fmla="*/ 882650 h 1225550"/>
              <a:gd name="connsiteX50" fmla="*/ 654050 w 1690345"/>
              <a:gd name="connsiteY50" fmla="*/ 908050 h 1225550"/>
              <a:gd name="connsiteX51" fmla="*/ 660400 w 1690345"/>
              <a:gd name="connsiteY51" fmla="*/ 927100 h 1225550"/>
              <a:gd name="connsiteX52" fmla="*/ 628650 w 1690345"/>
              <a:gd name="connsiteY52" fmla="*/ 1123950 h 1225550"/>
              <a:gd name="connsiteX53" fmla="*/ 584200 w 1690345"/>
              <a:gd name="connsiteY53" fmla="*/ 1155700 h 1225550"/>
              <a:gd name="connsiteX54" fmla="*/ 501650 w 1690345"/>
              <a:gd name="connsiteY54" fmla="*/ 1206500 h 1225550"/>
              <a:gd name="connsiteX55" fmla="*/ 450850 w 1690345"/>
              <a:gd name="connsiteY55" fmla="*/ 1212850 h 1225550"/>
              <a:gd name="connsiteX56" fmla="*/ 400050 w 1690345"/>
              <a:gd name="connsiteY56" fmla="*/ 1225550 h 1225550"/>
              <a:gd name="connsiteX57" fmla="*/ 76200 w 1690345"/>
              <a:gd name="connsiteY57" fmla="*/ 1219200 h 1225550"/>
              <a:gd name="connsiteX58" fmla="*/ 57150 w 1690345"/>
              <a:gd name="connsiteY58" fmla="*/ 1206500 h 1225550"/>
              <a:gd name="connsiteX59" fmla="*/ 38100 w 1690345"/>
              <a:gd name="connsiteY59" fmla="*/ 1200150 h 1225550"/>
              <a:gd name="connsiteX60" fmla="*/ 0 w 1690345"/>
              <a:gd name="connsiteY60" fmla="*/ 1181100 h 1225550"/>
              <a:gd name="connsiteX0" fmla="*/ 996950 w 1690345"/>
              <a:gd name="connsiteY0" fmla="*/ 0 h 1225550"/>
              <a:gd name="connsiteX1" fmla="*/ 1073150 w 1690345"/>
              <a:gd name="connsiteY1" fmla="*/ 107950 h 1225550"/>
              <a:gd name="connsiteX2" fmla="*/ 1111250 w 1690345"/>
              <a:gd name="connsiteY2" fmla="*/ 146050 h 1225550"/>
              <a:gd name="connsiteX3" fmla="*/ 1149350 w 1690345"/>
              <a:gd name="connsiteY3" fmla="*/ 165100 h 1225550"/>
              <a:gd name="connsiteX4" fmla="*/ 1225550 w 1690345"/>
              <a:gd name="connsiteY4" fmla="*/ 184150 h 1225550"/>
              <a:gd name="connsiteX5" fmla="*/ 1295400 w 1690345"/>
              <a:gd name="connsiteY5" fmla="*/ 196850 h 1225550"/>
              <a:gd name="connsiteX6" fmla="*/ 1492250 w 1690345"/>
              <a:gd name="connsiteY6" fmla="*/ 234950 h 1225550"/>
              <a:gd name="connsiteX7" fmla="*/ 1581150 w 1690345"/>
              <a:gd name="connsiteY7" fmla="*/ 285750 h 1225550"/>
              <a:gd name="connsiteX8" fmla="*/ 1657350 w 1690345"/>
              <a:gd name="connsiteY8" fmla="*/ 374650 h 1225550"/>
              <a:gd name="connsiteX9" fmla="*/ 1670050 w 1690345"/>
              <a:gd name="connsiteY9" fmla="*/ 400050 h 1225550"/>
              <a:gd name="connsiteX10" fmla="*/ 1676400 w 1690345"/>
              <a:gd name="connsiteY10" fmla="*/ 444500 h 1225550"/>
              <a:gd name="connsiteX11" fmla="*/ 1689100 w 1690345"/>
              <a:gd name="connsiteY11" fmla="*/ 514350 h 1225550"/>
              <a:gd name="connsiteX12" fmla="*/ 1682750 w 1690345"/>
              <a:gd name="connsiteY12" fmla="*/ 679450 h 1225550"/>
              <a:gd name="connsiteX13" fmla="*/ 1651000 w 1690345"/>
              <a:gd name="connsiteY13" fmla="*/ 723900 h 1225550"/>
              <a:gd name="connsiteX14" fmla="*/ 1638300 w 1690345"/>
              <a:gd name="connsiteY14" fmla="*/ 755650 h 1225550"/>
              <a:gd name="connsiteX15" fmla="*/ 1562100 w 1690345"/>
              <a:gd name="connsiteY15" fmla="*/ 793750 h 1225550"/>
              <a:gd name="connsiteX16" fmla="*/ 1530350 w 1690345"/>
              <a:gd name="connsiteY16" fmla="*/ 806450 h 1225550"/>
              <a:gd name="connsiteX17" fmla="*/ 1479550 w 1690345"/>
              <a:gd name="connsiteY17" fmla="*/ 831850 h 1225550"/>
              <a:gd name="connsiteX18" fmla="*/ 1231900 w 1690345"/>
              <a:gd name="connsiteY18" fmla="*/ 787400 h 1225550"/>
              <a:gd name="connsiteX19" fmla="*/ 1206500 w 1690345"/>
              <a:gd name="connsiteY19" fmla="*/ 768350 h 1225550"/>
              <a:gd name="connsiteX20" fmla="*/ 1187450 w 1690345"/>
              <a:gd name="connsiteY20" fmla="*/ 749300 h 1225550"/>
              <a:gd name="connsiteX21" fmla="*/ 1162050 w 1690345"/>
              <a:gd name="connsiteY21" fmla="*/ 730250 h 1225550"/>
              <a:gd name="connsiteX22" fmla="*/ 1130300 w 1690345"/>
              <a:gd name="connsiteY22" fmla="*/ 685800 h 1225550"/>
              <a:gd name="connsiteX23" fmla="*/ 1092200 w 1690345"/>
              <a:gd name="connsiteY23" fmla="*/ 635000 h 1225550"/>
              <a:gd name="connsiteX24" fmla="*/ 1085850 w 1690345"/>
              <a:gd name="connsiteY24" fmla="*/ 615950 h 1225550"/>
              <a:gd name="connsiteX25" fmla="*/ 1066800 w 1690345"/>
              <a:gd name="connsiteY25" fmla="*/ 571500 h 1225550"/>
              <a:gd name="connsiteX26" fmla="*/ 1047750 w 1690345"/>
              <a:gd name="connsiteY26" fmla="*/ 501650 h 1225550"/>
              <a:gd name="connsiteX27" fmla="*/ 1028700 w 1690345"/>
              <a:gd name="connsiteY27" fmla="*/ 482600 h 1225550"/>
              <a:gd name="connsiteX28" fmla="*/ 1016000 w 1690345"/>
              <a:gd name="connsiteY28" fmla="*/ 457200 h 1225550"/>
              <a:gd name="connsiteX29" fmla="*/ 1009650 w 1690345"/>
              <a:gd name="connsiteY29" fmla="*/ 431800 h 1225550"/>
              <a:gd name="connsiteX30" fmla="*/ 971550 w 1690345"/>
              <a:gd name="connsiteY30" fmla="*/ 412750 h 1225550"/>
              <a:gd name="connsiteX31" fmla="*/ 927100 w 1690345"/>
              <a:gd name="connsiteY31" fmla="*/ 381000 h 1225550"/>
              <a:gd name="connsiteX32" fmla="*/ 901700 w 1690345"/>
              <a:gd name="connsiteY32" fmla="*/ 374650 h 1225550"/>
              <a:gd name="connsiteX33" fmla="*/ 857250 w 1690345"/>
              <a:gd name="connsiteY33" fmla="*/ 361950 h 1225550"/>
              <a:gd name="connsiteX34" fmla="*/ 692150 w 1690345"/>
              <a:gd name="connsiteY34" fmla="*/ 368300 h 1225550"/>
              <a:gd name="connsiteX35" fmla="*/ 666750 w 1690345"/>
              <a:gd name="connsiteY35" fmla="*/ 374650 h 1225550"/>
              <a:gd name="connsiteX36" fmla="*/ 641350 w 1690345"/>
              <a:gd name="connsiteY36" fmla="*/ 412750 h 1225550"/>
              <a:gd name="connsiteX37" fmla="*/ 622300 w 1690345"/>
              <a:gd name="connsiteY37" fmla="*/ 457200 h 1225550"/>
              <a:gd name="connsiteX38" fmla="*/ 596900 w 1690345"/>
              <a:gd name="connsiteY38" fmla="*/ 482600 h 1225550"/>
              <a:gd name="connsiteX39" fmla="*/ 577850 w 1690345"/>
              <a:gd name="connsiteY39" fmla="*/ 514350 h 1225550"/>
              <a:gd name="connsiteX40" fmla="*/ 520700 w 1690345"/>
              <a:gd name="connsiteY40" fmla="*/ 641350 h 1225550"/>
              <a:gd name="connsiteX41" fmla="*/ 527050 w 1690345"/>
              <a:gd name="connsiteY41" fmla="*/ 730250 h 1225550"/>
              <a:gd name="connsiteX42" fmla="*/ 546100 w 1690345"/>
              <a:gd name="connsiteY42" fmla="*/ 749300 h 1225550"/>
              <a:gd name="connsiteX43" fmla="*/ 558800 w 1690345"/>
              <a:gd name="connsiteY43" fmla="*/ 768350 h 1225550"/>
              <a:gd name="connsiteX44" fmla="*/ 571500 w 1690345"/>
              <a:gd name="connsiteY44" fmla="*/ 793750 h 1225550"/>
              <a:gd name="connsiteX45" fmla="*/ 596900 w 1690345"/>
              <a:gd name="connsiteY45" fmla="*/ 812800 h 1225550"/>
              <a:gd name="connsiteX46" fmla="*/ 609600 w 1690345"/>
              <a:gd name="connsiteY46" fmla="*/ 831850 h 1225550"/>
              <a:gd name="connsiteX47" fmla="*/ 635000 w 1690345"/>
              <a:gd name="connsiteY47" fmla="*/ 857250 h 1225550"/>
              <a:gd name="connsiteX48" fmla="*/ 641350 w 1690345"/>
              <a:gd name="connsiteY48" fmla="*/ 882650 h 1225550"/>
              <a:gd name="connsiteX49" fmla="*/ 654050 w 1690345"/>
              <a:gd name="connsiteY49" fmla="*/ 908050 h 1225550"/>
              <a:gd name="connsiteX50" fmla="*/ 660400 w 1690345"/>
              <a:gd name="connsiteY50" fmla="*/ 927100 h 1225550"/>
              <a:gd name="connsiteX51" fmla="*/ 628650 w 1690345"/>
              <a:gd name="connsiteY51" fmla="*/ 1123950 h 1225550"/>
              <a:gd name="connsiteX52" fmla="*/ 584200 w 1690345"/>
              <a:gd name="connsiteY52" fmla="*/ 1155700 h 1225550"/>
              <a:gd name="connsiteX53" fmla="*/ 501650 w 1690345"/>
              <a:gd name="connsiteY53" fmla="*/ 1206500 h 1225550"/>
              <a:gd name="connsiteX54" fmla="*/ 450850 w 1690345"/>
              <a:gd name="connsiteY54" fmla="*/ 1212850 h 1225550"/>
              <a:gd name="connsiteX55" fmla="*/ 400050 w 1690345"/>
              <a:gd name="connsiteY55" fmla="*/ 1225550 h 1225550"/>
              <a:gd name="connsiteX56" fmla="*/ 76200 w 1690345"/>
              <a:gd name="connsiteY56" fmla="*/ 1219200 h 1225550"/>
              <a:gd name="connsiteX57" fmla="*/ 57150 w 1690345"/>
              <a:gd name="connsiteY57" fmla="*/ 1206500 h 1225550"/>
              <a:gd name="connsiteX58" fmla="*/ 38100 w 1690345"/>
              <a:gd name="connsiteY58" fmla="*/ 1200150 h 1225550"/>
              <a:gd name="connsiteX59" fmla="*/ 0 w 1690345"/>
              <a:gd name="connsiteY59" fmla="*/ 1181100 h 1225550"/>
              <a:gd name="connsiteX0" fmla="*/ 996950 w 1690345"/>
              <a:gd name="connsiteY0" fmla="*/ 0 h 1225550"/>
              <a:gd name="connsiteX1" fmla="*/ 1073150 w 1690345"/>
              <a:gd name="connsiteY1" fmla="*/ 107950 h 1225550"/>
              <a:gd name="connsiteX2" fmla="*/ 1111250 w 1690345"/>
              <a:gd name="connsiteY2" fmla="*/ 146050 h 1225550"/>
              <a:gd name="connsiteX3" fmla="*/ 1149350 w 1690345"/>
              <a:gd name="connsiteY3" fmla="*/ 165100 h 1225550"/>
              <a:gd name="connsiteX4" fmla="*/ 1225550 w 1690345"/>
              <a:gd name="connsiteY4" fmla="*/ 184150 h 1225550"/>
              <a:gd name="connsiteX5" fmla="*/ 1295400 w 1690345"/>
              <a:gd name="connsiteY5" fmla="*/ 196850 h 1225550"/>
              <a:gd name="connsiteX6" fmla="*/ 1492250 w 1690345"/>
              <a:gd name="connsiteY6" fmla="*/ 234950 h 1225550"/>
              <a:gd name="connsiteX7" fmla="*/ 1581150 w 1690345"/>
              <a:gd name="connsiteY7" fmla="*/ 285750 h 1225550"/>
              <a:gd name="connsiteX8" fmla="*/ 1657350 w 1690345"/>
              <a:gd name="connsiteY8" fmla="*/ 374650 h 1225550"/>
              <a:gd name="connsiteX9" fmla="*/ 1676400 w 1690345"/>
              <a:gd name="connsiteY9" fmla="*/ 444500 h 1225550"/>
              <a:gd name="connsiteX10" fmla="*/ 1689100 w 1690345"/>
              <a:gd name="connsiteY10" fmla="*/ 514350 h 1225550"/>
              <a:gd name="connsiteX11" fmla="*/ 1682750 w 1690345"/>
              <a:gd name="connsiteY11" fmla="*/ 679450 h 1225550"/>
              <a:gd name="connsiteX12" fmla="*/ 1651000 w 1690345"/>
              <a:gd name="connsiteY12" fmla="*/ 723900 h 1225550"/>
              <a:gd name="connsiteX13" fmla="*/ 1638300 w 1690345"/>
              <a:gd name="connsiteY13" fmla="*/ 755650 h 1225550"/>
              <a:gd name="connsiteX14" fmla="*/ 1562100 w 1690345"/>
              <a:gd name="connsiteY14" fmla="*/ 793750 h 1225550"/>
              <a:gd name="connsiteX15" fmla="*/ 1530350 w 1690345"/>
              <a:gd name="connsiteY15" fmla="*/ 806450 h 1225550"/>
              <a:gd name="connsiteX16" fmla="*/ 1479550 w 1690345"/>
              <a:gd name="connsiteY16" fmla="*/ 831850 h 1225550"/>
              <a:gd name="connsiteX17" fmla="*/ 1231900 w 1690345"/>
              <a:gd name="connsiteY17" fmla="*/ 787400 h 1225550"/>
              <a:gd name="connsiteX18" fmla="*/ 1206500 w 1690345"/>
              <a:gd name="connsiteY18" fmla="*/ 768350 h 1225550"/>
              <a:gd name="connsiteX19" fmla="*/ 1187450 w 1690345"/>
              <a:gd name="connsiteY19" fmla="*/ 749300 h 1225550"/>
              <a:gd name="connsiteX20" fmla="*/ 1162050 w 1690345"/>
              <a:gd name="connsiteY20" fmla="*/ 730250 h 1225550"/>
              <a:gd name="connsiteX21" fmla="*/ 1130300 w 1690345"/>
              <a:gd name="connsiteY21" fmla="*/ 685800 h 1225550"/>
              <a:gd name="connsiteX22" fmla="*/ 1092200 w 1690345"/>
              <a:gd name="connsiteY22" fmla="*/ 635000 h 1225550"/>
              <a:gd name="connsiteX23" fmla="*/ 1085850 w 1690345"/>
              <a:gd name="connsiteY23" fmla="*/ 615950 h 1225550"/>
              <a:gd name="connsiteX24" fmla="*/ 1066800 w 1690345"/>
              <a:gd name="connsiteY24" fmla="*/ 571500 h 1225550"/>
              <a:gd name="connsiteX25" fmla="*/ 1047750 w 1690345"/>
              <a:gd name="connsiteY25" fmla="*/ 501650 h 1225550"/>
              <a:gd name="connsiteX26" fmla="*/ 1028700 w 1690345"/>
              <a:gd name="connsiteY26" fmla="*/ 482600 h 1225550"/>
              <a:gd name="connsiteX27" fmla="*/ 1016000 w 1690345"/>
              <a:gd name="connsiteY27" fmla="*/ 457200 h 1225550"/>
              <a:gd name="connsiteX28" fmla="*/ 1009650 w 1690345"/>
              <a:gd name="connsiteY28" fmla="*/ 431800 h 1225550"/>
              <a:gd name="connsiteX29" fmla="*/ 971550 w 1690345"/>
              <a:gd name="connsiteY29" fmla="*/ 412750 h 1225550"/>
              <a:gd name="connsiteX30" fmla="*/ 927100 w 1690345"/>
              <a:gd name="connsiteY30" fmla="*/ 381000 h 1225550"/>
              <a:gd name="connsiteX31" fmla="*/ 901700 w 1690345"/>
              <a:gd name="connsiteY31" fmla="*/ 374650 h 1225550"/>
              <a:gd name="connsiteX32" fmla="*/ 857250 w 1690345"/>
              <a:gd name="connsiteY32" fmla="*/ 361950 h 1225550"/>
              <a:gd name="connsiteX33" fmla="*/ 692150 w 1690345"/>
              <a:gd name="connsiteY33" fmla="*/ 368300 h 1225550"/>
              <a:gd name="connsiteX34" fmla="*/ 666750 w 1690345"/>
              <a:gd name="connsiteY34" fmla="*/ 374650 h 1225550"/>
              <a:gd name="connsiteX35" fmla="*/ 641350 w 1690345"/>
              <a:gd name="connsiteY35" fmla="*/ 412750 h 1225550"/>
              <a:gd name="connsiteX36" fmla="*/ 622300 w 1690345"/>
              <a:gd name="connsiteY36" fmla="*/ 457200 h 1225550"/>
              <a:gd name="connsiteX37" fmla="*/ 596900 w 1690345"/>
              <a:gd name="connsiteY37" fmla="*/ 482600 h 1225550"/>
              <a:gd name="connsiteX38" fmla="*/ 577850 w 1690345"/>
              <a:gd name="connsiteY38" fmla="*/ 514350 h 1225550"/>
              <a:gd name="connsiteX39" fmla="*/ 520700 w 1690345"/>
              <a:gd name="connsiteY39" fmla="*/ 641350 h 1225550"/>
              <a:gd name="connsiteX40" fmla="*/ 527050 w 1690345"/>
              <a:gd name="connsiteY40" fmla="*/ 730250 h 1225550"/>
              <a:gd name="connsiteX41" fmla="*/ 546100 w 1690345"/>
              <a:gd name="connsiteY41" fmla="*/ 749300 h 1225550"/>
              <a:gd name="connsiteX42" fmla="*/ 558800 w 1690345"/>
              <a:gd name="connsiteY42" fmla="*/ 768350 h 1225550"/>
              <a:gd name="connsiteX43" fmla="*/ 571500 w 1690345"/>
              <a:gd name="connsiteY43" fmla="*/ 793750 h 1225550"/>
              <a:gd name="connsiteX44" fmla="*/ 596900 w 1690345"/>
              <a:gd name="connsiteY44" fmla="*/ 812800 h 1225550"/>
              <a:gd name="connsiteX45" fmla="*/ 609600 w 1690345"/>
              <a:gd name="connsiteY45" fmla="*/ 831850 h 1225550"/>
              <a:gd name="connsiteX46" fmla="*/ 635000 w 1690345"/>
              <a:gd name="connsiteY46" fmla="*/ 857250 h 1225550"/>
              <a:gd name="connsiteX47" fmla="*/ 641350 w 1690345"/>
              <a:gd name="connsiteY47" fmla="*/ 882650 h 1225550"/>
              <a:gd name="connsiteX48" fmla="*/ 654050 w 1690345"/>
              <a:gd name="connsiteY48" fmla="*/ 908050 h 1225550"/>
              <a:gd name="connsiteX49" fmla="*/ 660400 w 1690345"/>
              <a:gd name="connsiteY49" fmla="*/ 927100 h 1225550"/>
              <a:gd name="connsiteX50" fmla="*/ 628650 w 1690345"/>
              <a:gd name="connsiteY50" fmla="*/ 1123950 h 1225550"/>
              <a:gd name="connsiteX51" fmla="*/ 584200 w 1690345"/>
              <a:gd name="connsiteY51" fmla="*/ 1155700 h 1225550"/>
              <a:gd name="connsiteX52" fmla="*/ 501650 w 1690345"/>
              <a:gd name="connsiteY52" fmla="*/ 1206500 h 1225550"/>
              <a:gd name="connsiteX53" fmla="*/ 450850 w 1690345"/>
              <a:gd name="connsiteY53" fmla="*/ 1212850 h 1225550"/>
              <a:gd name="connsiteX54" fmla="*/ 400050 w 1690345"/>
              <a:gd name="connsiteY54" fmla="*/ 1225550 h 1225550"/>
              <a:gd name="connsiteX55" fmla="*/ 76200 w 1690345"/>
              <a:gd name="connsiteY55" fmla="*/ 1219200 h 1225550"/>
              <a:gd name="connsiteX56" fmla="*/ 57150 w 1690345"/>
              <a:gd name="connsiteY56" fmla="*/ 1206500 h 1225550"/>
              <a:gd name="connsiteX57" fmla="*/ 38100 w 1690345"/>
              <a:gd name="connsiteY57" fmla="*/ 1200150 h 1225550"/>
              <a:gd name="connsiteX58" fmla="*/ 0 w 1690345"/>
              <a:gd name="connsiteY58" fmla="*/ 1181100 h 1225550"/>
              <a:gd name="connsiteX0" fmla="*/ 996950 w 1684145"/>
              <a:gd name="connsiteY0" fmla="*/ 0 h 1225550"/>
              <a:gd name="connsiteX1" fmla="*/ 1073150 w 1684145"/>
              <a:gd name="connsiteY1" fmla="*/ 107950 h 1225550"/>
              <a:gd name="connsiteX2" fmla="*/ 1111250 w 1684145"/>
              <a:gd name="connsiteY2" fmla="*/ 146050 h 1225550"/>
              <a:gd name="connsiteX3" fmla="*/ 1149350 w 1684145"/>
              <a:gd name="connsiteY3" fmla="*/ 165100 h 1225550"/>
              <a:gd name="connsiteX4" fmla="*/ 1225550 w 1684145"/>
              <a:gd name="connsiteY4" fmla="*/ 184150 h 1225550"/>
              <a:gd name="connsiteX5" fmla="*/ 1295400 w 1684145"/>
              <a:gd name="connsiteY5" fmla="*/ 196850 h 1225550"/>
              <a:gd name="connsiteX6" fmla="*/ 1492250 w 1684145"/>
              <a:gd name="connsiteY6" fmla="*/ 234950 h 1225550"/>
              <a:gd name="connsiteX7" fmla="*/ 1581150 w 1684145"/>
              <a:gd name="connsiteY7" fmla="*/ 285750 h 1225550"/>
              <a:gd name="connsiteX8" fmla="*/ 1657350 w 1684145"/>
              <a:gd name="connsiteY8" fmla="*/ 374650 h 1225550"/>
              <a:gd name="connsiteX9" fmla="*/ 1676400 w 1684145"/>
              <a:gd name="connsiteY9" fmla="*/ 444500 h 1225550"/>
              <a:gd name="connsiteX10" fmla="*/ 1682750 w 1684145"/>
              <a:gd name="connsiteY10" fmla="*/ 679450 h 1225550"/>
              <a:gd name="connsiteX11" fmla="*/ 1651000 w 1684145"/>
              <a:gd name="connsiteY11" fmla="*/ 723900 h 1225550"/>
              <a:gd name="connsiteX12" fmla="*/ 1638300 w 1684145"/>
              <a:gd name="connsiteY12" fmla="*/ 755650 h 1225550"/>
              <a:gd name="connsiteX13" fmla="*/ 1562100 w 1684145"/>
              <a:gd name="connsiteY13" fmla="*/ 793750 h 1225550"/>
              <a:gd name="connsiteX14" fmla="*/ 1530350 w 1684145"/>
              <a:gd name="connsiteY14" fmla="*/ 806450 h 1225550"/>
              <a:gd name="connsiteX15" fmla="*/ 1479550 w 1684145"/>
              <a:gd name="connsiteY15" fmla="*/ 831850 h 1225550"/>
              <a:gd name="connsiteX16" fmla="*/ 1231900 w 1684145"/>
              <a:gd name="connsiteY16" fmla="*/ 787400 h 1225550"/>
              <a:gd name="connsiteX17" fmla="*/ 1206500 w 1684145"/>
              <a:gd name="connsiteY17" fmla="*/ 768350 h 1225550"/>
              <a:gd name="connsiteX18" fmla="*/ 1187450 w 1684145"/>
              <a:gd name="connsiteY18" fmla="*/ 749300 h 1225550"/>
              <a:gd name="connsiteX19" fmla="*/ 1162050 w 1684145"/>
              <a:gd name="connsiteY19" fmla="*/ 730250 h 1225550"/>
              <a:gd name="connsiteX20" fmla="*/ 1130300 w 1684145"/>
              <a:gd name="connsiteY20" fmla="*/ 685800 h 1225550"/>
              <a:gd name="connsiteX21" fmla="*/ 1092200 w 1684145"/>
              <a:gd name="connsiteY21" fmla="*/ 635000 h 1225550"/>
              <a:gd name="connsiteX22" fmla="*/ 1085850 w 1684145"/>
              <a:gd name="connsiteY22" fmla="*/ 615950 h 1225550"/>
              <a:gd name="connsiteX23" fmla="*/ 1066800 w 1684145"/>
              <a:gd name="connsiteY23" fmla="*/ 571500 h 1225550"/>
              <a:gd name="connsiteX24" fmla="*/ 1047750 w 1684145"/>
              <a:gd name="connsiteY24" fmla="*/ 501650 h 1225550"/>
              <a:gd name="connsiteX25" fmla="*/ 1028700 w 1684145"/>
              <a:gd name="connsiteY25" fmla="*/ 482600 h 1225550"/>
              <a:gd name="connsiteX26" fmla="*/ 1016000 w 1684145"/>
              <a:gd name="connsiteY26" fmla="*/ 457200 h 1225550"/>
              <a:gd name="connsiteX27" fmla="*/ 1009650 w 1684145"/>
              <a:gd name="connsiteY27" fmla="*/ 431800 h 1225550"/>
              <a:gd name="connsiteX28" fmla="*/ 971550 w 1684145"/>
              <a:gd name="connsiteY28" fmla="*/ 412750 h 1225550"/>
              <a:gd name="connsiteX29" fmla="*/ 927100 w 1684145"/>
              <a:gd name="connsiteY29" fmla="*/ 381000 h 1225550"/>
              <a:gd name="connsiteX30" fmla="*/ 901700 w 1684145"/>
              <a:gd name="connsiteY30" fmla="*/ 374650 h 1225550"/>
              <a:gd name="connsiteX31" fmla="*/ 857250 w 1684145"/>
              <a:gd name="connsiteY31" fmla="*/ 361950 h 1225550"/>
              <a:gd name="connsiteX32" fmla="*/ 692150 w 1684145"/>
              <a:gd name="connsiteY32" fmla="*/ 368300 h 1225550"/>
              <a:gd name="connsiteX33" fmla="*/ 666750 w 1684145"/>
              <a:gd name="connsiteY33" fmla="*/ 374650 h 1225550"/>
              <a:gd name="connsiteX34" fmla="*/ 641350 w 1684145"/>
              <a:gd name="connsiteY34" fmla="*/ 412750 h 1225550"/>
              <a:gd name="connsiteX35" fmla="*/ 622300 w 1684145"/>
              <a:gd name="connsiteY35" fmla="*/ 457200 h 1225550"/>
              <a:gd name="connsiteX36" fmla="*/ 596900 w 1684145"/>
              <a:gd name="connsiteY36" fmla="*/ 482600 h 1225550"/>
              <a:gd name="connsiteX37" fmla="*/ 577850 w 1684145"/>
              <a:gd name="connsiteY37" fmla="*/ 514350 h 1225550"/>
              <a:gd name="connsiteX38" fmla="*/ 520700 w 1684145"/>
              <a:gd name="connsiteY38" fmla="*/ 641350 h 1225550"/>
              <a:gd name="connsiteX39" fmla="*/ 527050 w 1684145"/>
              <a:gd name="connsiteY39" fmla="*/ 730250 h 1225550"/>
              <a:gd name="connsiteX40" fmla="*/ 546100 w 1684145"/>
              <a:gd name="connsiteY40" fmla="*/ 749300 h 1225550"/>
              <a:gd name="connsiteX41" fmla="*/ 558800 w 1684145"/>
              <a:gd name="connsiteY41" fmla="*/ 768350 h 1225550"/>
              <a:gd name="connsiteX42" fmla="*/ 571500 w 1684145"/>
              <a:gd name="connsiteY42" fmla="*/ 793750 h 1225550"/>
              <a:gd name="connsiteX43" fmla="*/ 596900 w 1684145"/>
              <a:gd name="connsiteY43" fmla="*/ 812800 h 1225550"/>
              <a:gd name="connsiteX44" fmla="*/ 609600 w 1684145"/>
              <a:gd name="connsiteY44" fmla="*/ 831850 h 1225550"/>
              <a:gd name="connsiteX45" fmla="*/ 635000 w 1684145"/>
              <a:gd name="connsiteY45" fmla="*/ 857250 h 1225550"/>
              <a:gd name="connsiteX46" fmla="*/ 641350 w 1684145"/>
              <a:gd name="connsiteY46" fmla="*/ 882650 h 1225550"/>
              <a:gd name="connsiteX47" fmla="*/ 654050 w 1684145"/>
              <a:gd name="connsiteY47" fmla="*/ 908050 h 1225550"/>
              <a:gd name="connsiteX48" fmla="*/ 660400 w 1684145"/>
              <a:gd name="connsiteY48" fmla="*/ 927100 h 1225550"/>
              <a:gd name="connsiteX49" fmla="*/ 628650 w 1684145"/>
              <a:gd name="connsiteY49" fmla="*/ 1123950 h 1225550"/>
              <a:gd name="connsiteX50" fmla="*/ 584200 w 1684145"/>
              <a:gd name="connsiteY50" fmla="*/ 1155700 h 1225550"/>
              <a:gd name="connsiteX51" fmla="*/ 501650 w 1684145"/>
              <a:gd name="connsiteY51" fmla="*/ 1206500 h 1225550"/>
              <a:gd name="connsiteX52" fmla="*/ 450850 w 1684145"/>
              <a:gd name="connsiteY52" fmla="*/ 1212850 h 1225550"/>
              <a:gd name="connsiteX53" fmla="*/ 400050 w 1684145"/>
              <a:gd name="connsiteY53" fmla="*/ 1225550 h 1225550"/>
              <a:gd name="connsiteX54" fmla="*/ 76200 w 1684145"/>
              <a:gd name="connsiteY54" fmla="*/ 1219200 h 1225550"/>
              <a:gd name="connsiteX55" fmla="*/ 57150 w 1684145"/>
              <a:gd name="connsiteY55" fmla="*/ 1206500 h 1225550"/>
              <a:gd name="connsiteX56" fmla="*/ 38100 w 1684145"/>
              <a:gd name="connsiteY56" fmla="*/ 1200150 h 1225550"/>
              <a:gd name="connsiteX57" fmla="*/ 0 w 1684145"/>
              <a:gd name="connsiteY57" fmla="*/ 1181100 h 1225550"/>
              <a:gd name="connsiteX0" fmla="*/ 996950 w 1685033"/>
              <a:gd name="connsiteY0" fmla="*/ 0 h 1225550"/>
              <a:gd name="connsiteX1" fmla="*/ 1073150 w 1685033"/>
              <a:gd name="connsiteY1" fmla="*/ 107950 h 1225550"/>
              <a:gd name="connsiteX2" fmla="*/ 1111250 w 1685033"/>
              <a:gd name="connsiteY2" fmla="*/ 146050 h 1225550"/>
              <a:gd name="connsiteX3" fmla="*/ 1149350 w 1685033"/>
              <a:gd name="connsiteY3" fmla="*/ 165100 h 1225550"/>
              <a:gd name="connsiteX4" fmla="*/ 1225550 w 1685033"/>
              <a:gd name="connsiteY4" fmla="*/ 184150 h 1225550"/>
              <a:gd name="connsiteX5" fmla="*/ 1295400 w 1685033"/>
              <a:gd name="connsiteY5" fmla="*/ 196850 h 1225550"/>
              <a:gd name="connsiteX6" fmla="*/ 1492250 w 1685033"/>
              <a:gd name="connsiteY6" fmla="*/ 234950 h 1225550"/>
              <a:gd name="connsiteX7" fmla="*/ 1581150 w 1685033"/>
              <a:gd name="connsiteY7" fmla="*/ 285750 h 1225550"/>
              <a:gd name="connsiteX8" fmla="*/ 1657350 w 1685033"/>
              <a:gd name="connsiteY8" fmla="*/ 374650 h 1225550"/>
              <a:gd name="connsiteX9" fmla="*/ 1676400 w 1685033"/>
              <a:gd name="connsiteY9" fmla="*/ 444500 h 1225550"/>
              <a:gd name="connsiteX10" fmla="*/ 1682750 w 1685033"/>
              <a:gd name="connsiteY10" fmla="*/ 679450 h 1225550"/>
              <a:gd name="connsiteX11" fmla="*/ 1638300 w 1685033"/>
              <a:gd name="connsiteY11" fmla="*/ 755650 h 1225550"/>
              <a:gd name="connsiteX12" fmla="*/ 1562100 w 1685033"/>
              <a:gd name="connsiteY12" fmla="*/ 793750 h 1225550"/>
              <a:gd name="connsiteX13" fmla="*/ 1530350 w 1685033"/>
              <a:gd name="connsiteY13" fmla="*/ 806450 h 1225550"/>
              <a:gd name="connsiteX14" fmla="*/ 1479550 w 1685033"/>
              <a:gd name="connsiteY14" fmla="*/ 831850 h 1225550"/>
              <a:gd name="connsiteX15" fmla="*/ 1231900 w 1685033"/>
              <a:gd name="connsiteY15" fmla="*/ 787400 h 1225550"/>
              <a:gd name="connsiteX16" fmla="*/ 1206500 w 1685033"/>
              <a:gd name="connsiteY16" fmla="*/ 768350 h 1225550"/>
              <a:gd name="connsiteX17" fmla="*/ 1187450 w 1685033"/>
              <a:gd name="connsiteY17" fmla="*/ 749300 h 1225550"/>
              <a:gd name="connsiteX18" fmla="*/ 1162050 w 1685033"/>
              <a:gd name="connsiteY18" fmla="*/ 730250 h 1225550"/>
              <a:gd name="connsiteX19" fmla="*/ 1130300 w 1685033"/>
              <a:gd name="connsiteY19" fmla="*/ 685800 h 1225550"/>
              <a:gd name="connsiteX20" fmla="*/ 1092200 w 1685033"/>
              <a:gd name="connsiteY20" fmla="*/ 635000 h 1225550"/>
              <a:gd name="connsiteX21" fmla="*/ 1085850 w 1685033"/>
              <a:gd name="connsiteY21" fmla="*/ 615950 h 1225550"/>
              <a:gd name="connsiteX22" fmla="*/ 1066800 w 1685033"/>
              <a:gd name="connsiteY22" fmla="*/ 571500 h 1225550"/>
              <a:gd name="connsiteX23" fmla="*/ 1047750 w 1685033"/>
              <a:gd name="connsiteY23" fmla="*/ 501650 h 1225550"/>
              <a:gd name="connsiteX24" fmla="*/ 1028700 w 1685033"/>
              <a:gd name="connsiteY24" fmla="*/ 482600 h 1225550"/>
              <a:gd name="connsiteX25" fmla="*/ 1016000 w 1685033"/>
              <a:gd name="connsiteY25" fmla="*/ 457200 h 1225550"/>
              <a:gd name="connsiteX26" fmla="*/ 1009650 w 1685033"/>
              <a:gd name="connsiteY26" fmla="*/ 431800 h 1225550"/>
              <a:gd name="connsiteX27" fmla="*/ 971550 w 1685033"/>
              <a:gd name="connsiteY27" fmla="*/ 412750 h 1225550"/>
              <a:gd name="connsiteX28" fmla="*/ 927100 w 1685033"/>
              <a:gd name="connsiteY28" fmla="*/ 381000 h 1225550"/>
              <a:gd name="connsiteX29" fmla="*/ 901700 w 1685033"/>
              <a:gd name="connsiteY29" fmla="*/ 374650 h 1225550"/>
              <a:gd name="connsiteX30" fmla="*/ 857250 w 1685033"/>
              <a:gd name="connsiteY30" fmla="*/ 361950 h 1225550"/>
              <a:gd name="connsiteX31" fmla="*/ 692150 w 1685033"/>
              <a:gd name="connsiteY31" fmla="*/ 368300 h 1225550"/>
              <a:gd name="connsiteX32" fmla="*/ 666750 w 1685033"/>
              <a:gd name="connsiteY32" fmla="*/ 374650 h 1225550"/>
              <a:gd name="connsiteX33" fmla="*/ 641350 w 1685033"/>
              <a:gd name="connsiteY33" fmla="*/ 412750 h 1225550"/>
              <a:gd name="connsiteX34" fmla="*/ 622300 w 1685033"/>
              <a:gd name="connsiteY34" fmla="*/ 457200 h 1225550"/>
              <a:gd name="connsiteX35" fmla="*/ 596900 w 1685033"/>
              <a:gd name="connsiteY35" fmla="*/ 482600 h 1225550"/>
              <a:gd name="connsiteX36" fmla="*/ 577850 w 1685033"/>
              <a:gd name="connsiteY36" fmla="*/ 514350 h 1225550"/>
              <a:gd name="connsiteX37" fmla="*/ 520700 w 1685033"/>
              <a:gd name="connsiteY37" fmla="*/ 641350 h 1225550"/>
              <a:gd name="connsiteX38" fmla="*/ 527050 w 1685033"/>
              <a:gd name="connsiteY38" fmla="*/ 730250 h 1225550"/>
              <a:gd name="connsiteX39" fmla="*/ 546100 w 1685033"/>
              <a:gd name="connsiteY39" fmla="*/ 749300 h 1225550"/>
              <a:gd name="connsiteX40" fmla="*/ 558800 w 1685033"/>
              <a:gd name="connsiteY40" fmla="*/ 768350 h 1225550"/>
              <a:gd name="connsiteX41" fmla="*/ 571500 w 1685033"/>
              <a:gd name="connsiteY41" fmla="*/ 793750 h 1225550"/>
              <a:gd name="connsiteX42" fmla="*/ 596900 w 1685033"/>
              <a:gd name="connsiteY42" fmla="*/ 812800 h 1225550"/>
              <a:gd name="connsiteX43" fmla="*/ 609600 w 1685033"/>
              <a:gd name="connsiteY43" fmla="*/ 831850 h 1225550"/>
              <a:gd name="connsiteX44" fmla="*/ 635000 w 1685033"/>
              <a:gd name="connsiteY44" fmla="*/ 857250 h 1225550"/>
              <a:gd name="connsiteX45" fmla="*/ 641350 w 1685033"/>
              <a:gd name="connsiteY45" fmla="*/ 882650 h 1225550"/>
              <a:gd name="connsiteX46" fmla="*/ 654050 w 1685033"/>
              <a:gd name="connsiteY46" fmla="*/ 908050 h 1225550"/>
              <a:gd name="connsiteX47" fmla="*/ 660400 w 1685033"/>
              <a:gd name="connsiteY47" fmla="*/ 927100 h 1225550"/>
              <a:gd name="connsiteX48" fmla="*/ 628650 w 1685033"/>
              <a:gd name="connsiteY48" fmla="*/ 1123950 h 1225550"/>
              <a:gd name="connsiteX49" fmla="*/ 584200 w 1685033"/>
              <a:gd name="connsiteY49" fmla="*/ 1155700 h 1225550"/>
              <a:gd name="connsiteX50" fmla="*/ 501650 w 1685033"/>
              <a:gd name="connsiteY50" fmla="*/ 1206500 h 1225550"/>
              <a:gd name="connsiteX51" fmla="*/ 450850 w 1685033"/>
              <a:gd name="connsiteY51" fmla="*/ 1212850 h 1225550"/>
              <a:gd name="connsiteX52" fmla="*/ 400050 w 1685033"/>
              <a:gd name="connsiteY52" fmla="*/ 1225550 h 1225550"/>
              <a:gd name="connsiteX53" fmla="*/ 76200 w 1685033"/>
              <a:gd name="connsiteY53" fmla="*/ 1219200 h 1225550"/>
              <a:gd name="connsiteX54" fmla="*/ 57150 w 1685033"/>
              <a:gd name="connsiteY54" fmla="*/ 1206500 h 1225550"/>
              <a:gd name="connsiteX55" fmla="*/ 38100 w 1685033"/>
              <a:gd name="connsiteY55" fmla="*/ 1200150 h 1225550"/>
              <a:gd name="connsiteX56" fmla="*/ 0 w 1685033"/>
              <a:gd name="connsiteY56" fmla="*/ 1181100 h 1225550"/>
              <a:gd name="connsiteX0" fmla="*/ 996950 w 1685033"/>
              <a:gd name="connsiteY0" fmla="*/ 0 h 1225550"/>
              <a:gd name="connsiteX1" fmla="*/ 1073150 w 1685033"/>
              <a:gd name="connsiteY1" fmla="*/ 107950 h 1225550"/>
              <a:gd name="connsiteX2" fmla="*/ 1111250 w 1685033"/>
              <a:gd name="connsiteY2" fmla="*/ 146050 h 1225550"/>
              <a:gd name="connsiteX3" fmla="*/ 1149350 w 1685033"/>
              <a:gd name="connsiteY3" fmla="*/ 165100 h 1225550"/>
              <a:gd name="connsiteX4" fmla="*/ 1225550 w 1685033"/>
              <a:gd name="connsiteY4" fmla="*/ 184150 h 1225550"/>
              <a:gd name="connsiteX5" fmla="*/ 1295400 w 1685033"/>
              <a:gd name="connsiteY5" fmla="*/ 196850 h 1225550"/>
              <a:gd name="connsiteX6" fmla="*/ 1492250 w 1685033"/>
              <a:gd name="connsiteY6" fmla="*/ 234950 h 1225550"/>
              <a:gd name="connsiteX7" fmla="*/ 1581150 w 1685033"/>
              <a:gd name="connsiteY7" fmla="*/ 285750 h 1225550"/>
              <a:gd name="connsiteX8" fmla="*/ 1657350 w 1685033"/>
              <a:gd name="connsiteY8" fmla="*/ 374650 h 1225550"/>
              <a:gd name="connsiteX9" fmla="*/ 1676400 w 1685033"/>
              <a:gd name="connsiteY9" fmla="*/ 444500 h 1225550"/>
              <a:gd name="connsiteX10" fmla="*/ 1682750 w 1685033"/>
              <a:gd name="connsiteY10" fmla="*/ 679450 h 1225550"/>
              <a:gd name="connsiteX11" fmla="*/ 1638300 w 1685033"/>
              <a:gd name="connsiteY11" fmla="*/ 755650 h 1225550"/>
              <a:gd name="connsiteX12" fmla="*/ 1530350 w 1685033"/>
              <a:gd name="connsiteY12" fmla="*/ 806450 h 1225550"/>
              <a:gd name="connsiteX13" fmla="*/ 1479550 w 1685033"/>
              <a:gd name="connsiteY13" fmla="*/ 831850 h 1225550"/>
              <a:gd name="connsiteX14" fmla="*/ 1231900 w 1685033"/>
              <a:gd name="connsiteY14" fmla="*/ 787400 h 1225550"/>
              <a:gd name="connsiteX15" fmla="*/ 1206500 w 1685033"/>
              <a:gd name="connsiteY15" fmla="*/ 768350 h 1225550"/>
              <a:gd name="connsiteX16" fmla="*/ 1187450 w 1685033"/>
              <a:gd name="connsiteY16" fmla="*/ 749300 h 1225550"/>
              <a:gd name="connsiteX17" fmla="*/ 1162050 w 1685033"/>
              <a:gd name="connsiteY17" fmla="*/ 730250 h 1225550"/>
              <a:gd name="connsiteX18" fmla="*/ 1130300 w 1685033"/>
              <a:gd name="connsiteY18" fmla="*/ 685800 h 1225550"/>
              <a:gd name="connsiteX19" fmla="*/ 1092200 w 1685033"/>
              <a:gd name="connsiteY19" fmla="*/ 635000 h 1225550"/>
              <a:gd name="connsiteX20" fmla="*/ 1085850 w 1685033"/>
              <a:gd name="connsiteY20" fmla="*/ 615950 h 1225550"/>
              <a:gd name="connsiteX21" fmla="*/ 1066800 w 1685033"/>
              <a:gd name="connsiteY21" fmla="*/ 571500 h 1225550"/>
              <a:gd name="connsiteX22" fmla="*/ 1047750 w 1685033"/>
              <a:gd name="connsiteY22" fmla="*/ 501650 h 1225550"/>
              <a:gd name="connsiteX23" fmla="*/ 1028700 w 1685033"/>
              <a:gd name="connsiteY23" fmla="*/ 482600 h 1225550"/>
              <a:gd name="connsiteX24" fmla="*/ 1016000 w 1685033"/>
              <a:gd name="connsiteY24" fmla="*/ 457200 h 1225550"/>
              <a:gd name="connsiteX25" fmla="*/ 1009650 w 1685033"/>
              <a:gd name="connsiteY25" fmla="*/ 431800 h 1225550"/>
              <a:gd name="connsiteX26" fmla="*/ 971550 w 1685033"/>
              <a:gd name="connsiteY26" fmla="*/ 412750 h 1225550"/>
              <a:gd name="connsiteX27" fmla="*/ 927100 w 1685033"/>
              <a:gd name="connsiteY27" fmla="*/ 381000 h 1225550"/>
              <a:gd name="connsiteX28" fmla="*/ 901700 w 1685033"/>
              <a:gd name="connsiteY28" fmla="*/ 374650 h 1225550"/>
              <a:gd name="connsiteX29" fmla="*/ 857250 w 1685033"/>
              <a:gd name="connsiteY29" fmla="*/ 361950 h 1225550"/>
              <a:gd name="connsiteX30" fmla="*/ 692150 w 1685033"/>
              <a:gd name="connsiteY30" fmla="*/ 368300 h 1225550"/>
              <a:gd name="connsiteX31" fmla="*/ 666750 w 1685033"/>
              <a:gd name="connsiteY31" fmla="*/ 374650 h 1225550"/>
              <a:gd name="connsiteX32" fmla="*/ 641350 w 1685033"/>
              <a:gd name="connsiteY32" fmla="*/ 412750 h 1225550"/>
              <a:gd name="connsiteX33" fmla="*/ 622300 w 1685033"/>
              <a:gd name="connsiteY33" fmla="*/ 457200 h 1225550"/>
              <a:gd name="connsiteX34" fmla="*/ 596900 w 1685033"/>
              <a:gd name="connsiteY34" fmla="*/ 482600 h 1225550"/>
              <a:gd name="connsiteX35" fmla="*/ 577850 w 1685033"/>
              <a:gd name="connsiteY35" fmla="*/ 514350 h 1225550"/>
              <a:gd name="connsiteX36" fmla="*/ 520700 w 1685033"/>
              <a:gd name="connsiteY36" fmla="*/ 641350 h 1225550"/>
              <a:gd name="connsiteX37" fmla="*/ 527050 w 1685033"/>
              <a:gd name="connsiteY37" fmla="*/ 730250 h 1225550"/>
              <a:gd name="connsiteX38" fmla="*/ 546100 w 1685033"/>
              <a:gd name="connsiteY38" fmla="*/ 749300 h 1225550"/>
              <a:gd name="connsiteX39" fmla="*/ 558800 w 1685033"/>
              <a:gd name="connsiteY39" fmla="*/ 768350 h 1225550"/>
              <a:gd name="connsiteX40" fmla="*/ 571500 w 1685033"/>
              <a:gd name="connsiteY40" fmla="*/ 793750 h 1225550"/>
              <a:gd name="connsiteX41" fmla="*/ 596900 w 1685033"/>
              <a:gd name="connsiteY41" fmla="*/ 812800 h 1225550"/>
              <a:gd name="connsiteX42" fmla="*/ 609600 w 1685033"/>
              <a:gd name="connsiteY42" fmla="*/ 831850 h 1225550"/>
              <a:gd name="connsiteX43" fmla="*/ 635000 w 1685033"/>
              <a:gd name="connsiteY43" fmla="*/ 857250 h 1225550"/>
              <a:gd name="connsiteX44" fmla="*/ 641350 w 1685033"/>
              <a:gd name="connsiteY44" fmla="*/ 882650 h 1225550"/>
              <a:gd name="connsiteX45" fmla="*/ 654050 w 1685033"/>
              <a:gd name="connsiteY45" fmla="*/ 908050 h 1225550"/>
              <a:gd name="connsiteX46" fmla="*/ 660400 w 1685033"/>
              <a:gd name="connsiteY46" fmla="*/ 927100 h 1225550"/>
              <a:gd name="connsiteX47" fmla="*/ 628650 w 1685033"/>
              <a:gd name="connsiteY47" fmla="*/ 1123950 h 1225550"/>
              <a:gd name="connsiteX48" fmla="*/ 584200 w 1685033"/>
              <a:gd name="connsiteY48" fmla="*/ 1155700 h 1225550"/>
              <a:gd name="connsiteX49" fmla="*/ 501650 w 1685033"/>
              <a:gd name="connsiteY49" fmla="*/ 1206500 h 1225550"/>
              <a:gd name="connsiteX50" fmla="*/ 450850 w 1685033"/>
              <a:gd name="connsiteY50" fmla="*/ 1212850 h 1225550"/>
              <a:gd name="connsiteX51" fmla="*/ 400050 w 1685033"/>
              <a:gd name="connsiteY51" fmla="*/ 1225550 h 1225550"/>
              <a:gd name="connsiteX52" fmla="*/ 76200 w 1685033"/>
              <a:gd name="connsiteY52" fmla="*/ 1219200 h 1225550"/>
              <a:gd name="connsiteX53" fmla="*/ 57150 w 1685033"/>
              <a:gd name="connsiteY53" fmla="*/ 1206500 h 1225550"/>
              <a:gd name="connsiteX54" fmla="*/ 38100 w 1685033"/>
              <a:gd name="connsiteY54" fmla="*/ 1200150 h 1225550"/>
              <a:gd name="connsiteX55" fmla="*/ 0 w 1685033"/>
              <a:gd name="connsiteY55" fmla="*/ 1181100 h 1225550"/>
              <a:gd name="connsiteX0" fmla="*/ 996950 w 1685033"/>
              <a:gd name="connsiteY0" fmla="*/ 0 h 1225550"/>
              <a:gd name="connsiteX1" fmla="*/ 1073150 w 1685033"/>
              <a:gd name="connsiteY1" fmla="*/ 107950 h 1225550"/>
              <a:gd name="connsiteX2" fmla="*/ 1111250 w 1685033"/>
              <a:gd name="connsiteY2" fmla="*/ 146050 h 1225550"/>
              <a:gd name="connsiteX3" fmla="*/ 1149350 w 1685033"/>
              <a:gd name="connsiteY3" fmla="*/ 165100 h 1225550"/>
              <a:gd name="connsiteX4" fmla="*/ 1225550 w 1685033"/>
              <a:gd name="connsiteY4" fmla="*/ 184150 h 1225550"/>
              <a:gd name="connsiteX5" fmla="*/ 1295400 w 1685033"/>
              <a:gd name="connsiteY5" fmla="*/ 196850 h 1225550"/>
              <a:gd name="connsiteX6" fmla="*/ 1492250 w 1685033"/>
              <a:gd name="connsiteY6" fmla="*/ 234950 h 1225550"/>
              <a:gd name="connsiteX7" fmla="*/ 1581150 w 1685033"/>
              <a:gd name="connsiteY7" fmla="*/ 285750 h 1225550"/>
              <a:gd name="connsiteX8" fmla="*/ 1657350 w 1685033"/>
              <a:gd name="connsiteY8" fmla="*/ 374650 h 1225550"/>
              <a:gd name="connsiteX9" fmla="*/ 1676400 w 1685033"/>
              <a:gd name="connsiteY9" fmla="*/ 444500 h 1225550"/>
              <a:gd name="connsiteX10" fmla="*/ 1682750 w 1685033"/>
              <a:gd name="connsiteY10" fmla="*/ 679450 h 1225550"/>
              <a:gd name="connsiteX11" fmla="*/ 1638300 w 1685033"/>
              <a:gd name="connsiteY11" fmla="*/ 755650 h 1225550"/>
              <a:gd name="connsiteX12" fmla="*/ 1530350 w 1685033"/>
              <a:gd name="connsiteY12" fmla="*/ 806450 h 1225550"/>
              <a:gd name="connsiteX13" fmla="*/ 1231900 w 1685033"/>
              <a:gd name="connsiteY13" fmla="*/ 787400 h 1225550"/>
              <a:gd name="connsiteX14" fmla="*/ 1206500 w 1685033"/>
              <a:gd name="connsiteY14" fmla="*/ 768350 h 1225550"/>
              <a:gd name="connsiteX15" fmla="*/ 1187450 w 1685033"/>
              <a:gd name="connsiteY15" fmla="*/ 749300 h 1225550"/>
              <a:gd name="connsiteX16" fmla="*/ 1162050 w 1685033"/>
              <a:gd name="connsiteY16" fmla="*/ 730250 h 1225550"/>
              <a:gd name="connsiteX17" fmla="*/ 1130300 w 1685033"/>
              <a:gd name="connsiteY17" fmla="*/ 685800 h 1225550"/>
              <a:gd name="connsiteX18" fmla="*/ 1092200 w 1685033"/>
              <a:gd name="connsiteY18" fmla="*/ 635000 h 1225550"/>
              <a:gd name="connsiteX19" fmla="*/ 1085850 w 1685033"/>
              <a:gd name="connsiteY19" fmla="*/ 615950 h 1225550"/>
              <a:gd name="connsiteX20" fmla="*/ 1066800 w 1685033"/>
              <a:gd name="connsiteY20" fmla="*/ 571500 h 1225550"/>
              <a:gd name="connsiteX21" fmla="*/ 1047750 w 1685033"/>
              <a:gd name="connsiteY21" fmla="*/ 501650 h 1225550"/>
              <a:gd name="connsiteX22" fmla="*/ 1028700 w 1685033"/>
              <a:gd name="connsiteY22" fmla="*/ 482600 h 1225550"/>
              <a:gd name="connsiteX23" fmla="*/ 1016000 w 1685033"/>
              <a:gd name="connsiteY23" fmla="*/ 457200 h 1225550"/>
              <a:gd name="connsiteX24" fmla="*/ 1009650 w 1685033"/>
              <a:gd name="connsiteY24" fmla="*/ 431800 h 1225550"/>
              <a:gd name="connsiteX25" fmla="*/ 971550 w 1685033"/>
              <a:gd name="connsiteY25" fmla="*/ 412750 h 1225550"/>
              <a:gd name="connsiteX26" fmla="*/ 927100 w 1685033"/>
              <a:gd name="connsiteY26" fmla="*/ 381000 h 1225550"/>
              <a:gd name="connsiteX27" fmla="*/ 901700 w 1685033"/>
              <a:gd name="connsiteY27" fmla="*/ 374650 h 1225550"/>
              <a:gd name="connsiteX28" fmla="*/ 857250 w 1685033"/>
              <a:gd name="connsiteY28" fmla="*/ 361950 h 1225550"/>
              <a:gd name="connsiteX29" fmla="*/ 692150 w 1685033"/>
              <a:gd name="connsiteY29" fmla="*/ 368300 h 1225550"/>
              <a:gd name="connsiteX30" fmla="*/ 666750 w 1685033"/>
              <a:gd name="connsiteY30" fmla="*/ 374650 h 1225550"/>
              <a:gd name="connsiteX31" fmla="*/ 641350 w 1685033"/>
              <a:gd name="connsiteY31" fmla="*/ 412750 h 1225550"/>
              <a:gd name="connsiteX32" fmla="*/ 622300 w 1685033"/>
              <a:gd name="connsiteY32" fmla="*/ 457200 h 1225550"/>
              <a:gd name="connsiteX33" fmla="*/ 596900 w 1685033"/>
              <a:gd name="connsiteY33" fmla="*/ 482600 h 1225550"/>
              <a:gd name="connsiteX34" fmla="*/ 577850 w 1685033"/>
              <a:gd name="connsiteY34" fmla="*/ 514350 h 1225550"/>
              <a:gd name="connsiteX35" fmla="*/ 520700 w 1685033"/>
              <a:gd name="connsiteY35" fmla="*/ 641350 h 1225550"/>
              <a:gd name="connsiteX36" fmla="*/ 527050 w 1685033"/>
              <a:gd name="connsiteY36" fmla="*/ 730250 h 1225550"/>
              <a:gd name="connsiteX37" fmla="*/ 546100 w 1685033"/>
              <a:gd name="connsiteY37" fmla="*/ 749300 h 1225550"/>
              <a:gd name="connsiteX38" fmla="*/ 558800 w 1685033"/>
              <a:gd name="connsiteY38" fmla="*/ 768350 h 1225550"/>
              <a:gd name="connsiteX39" fmla="*/ 571500 w 1685033"/>
              <a:gd name="connsiteY39" fmla="*/ 793750 h 1225550"/>
              <a:gd name="connsiteX40" fmla="*/ 596900 w 1685033"/>
              <a:gd name="connsiteY40" fmla="*/ 812800 h 1225550"/>
              <a:gd name="connsiteX41" fmla="*/ 609600 w 1685033"/>
              <a:gd name="connsiteY41" fmla="*/ 831850 h 1225550"/>
              <a:gd name="connsiteX42" fmla="*/ 635000 w 1685033"/>
              <a:gd name="connsiteY42" fmla="*/ 857250 h 1225550"/>
              <a:gd name="connsiteX43" fmla="*/ 641350 w 1685033"/>
              <a:gd name="connsiteY43" fmla="*/ 882650 h 1225550"/>
              <a:gd name="connsiteX44" fmla="*/ 654050 w 1685033"/>
              <a:gd name="connsiteY44" fmla="*/ 908050 h 1225550"/>
              <a:gd name="connsiteX45" fmla="*/ 660400 w 1685033"/>
              <a:gd name="connsiteY45" fmla="*/ 927100 h 1225550"/>
              <a:gd name="connsiteX46" fmla="*/ 628650 w 1685033"/>
              <a:gd name="connsiteY46" fmla="*/ 1123950 h 1225550"/>
              <a:gd name="connsiteX47" fmla="*/ 584200 w 1685033"/>
              <a:gd name="connsiteY47" fmla="*/ 1155700 h 1225550"/>
              <a:gd name="connsiteX48" fmla="*/ 501650 w 1685033"/>
              <a:gd name="connsiteY48" fmla="*/ 1206500 h 1225550"/>
              <a:gd name="connsiteX49" fmla="*/ 450850 w 1685033"/>
              <a:gd name="connsiteY49" fmla="*/ 1212850 h 1225550"/>
              <a:gd name="connsiteX50" fmla="*/ 400050 w 1685033"/>
              <a:gd name="connsiteY50" fmla="*/ 1225550 h 1225550"/>
              <a:gd name="connsiteX51" fmla="*/ 76200 w 1685033"/>
              <a:gd name="connsiteY51" fmla="*/ 1219200 h 1225550"/>
              <a:gd name="connsiteX52" fmla="*/ 57150 w 1685033"/>
              <a:gd name="connsiteY52" fmla="*/ 1206500 h 1225550"/>
              <a:gd name="connsiteX53" fmla="*/ 38100 w 1685033"/>
              <a:gd name="connsiteY53" fmla="*/ 1200150 h 1225550"/>
              <a:gd name="connsiteX54" fmla="*/ 0 w 1685033"/>
              <a:gd name="connsiteY54" fmla="*/ 1181100 h 1225550"/>
              <a:gd name="connsiteX0" fmla="*/ 996950 w 1685033"/>
              <a:gd name="connsiteY0" fmla="*/ 0 h 1225550"/>
              <a:gd name="connsiteX1" fmla="*/ 1073150 w 1685033"/>
              <a:gd name="connsiteY1" fmla="*/ 107950 h 1225550"/>
              <a:gd name="connsiteX2" fmla="*/ 1111250 w 1685033"/>
              <a:gd name="connsiteY2" fmla="*/ 146050 h 1225550"/>
              <a:gd name="connsiteX3" fmla="*/ 1149350 w 1685033"/>
              <a:gd name="connsiteY3" fmla="*/ 165100 h 1225550"/>
              <a:gd name="connsiteX4" fmla="*/ 1225550 w 1685033"/>
              <a:gd name="connsiteY4" fmla="*/ 184150 h 1225550"/>
              <a:gd name="connsiteX5" fmla="*/ 1295400 w 1685033"/>
              <a:gd name="connsiteY5" fmla="*/ 196850 h 1225550"/>
              <a:gd name="connsiteX6" fmla="*/ 1492250 w 1685033"/>
              <a:gd name="connsiteY6" fmla="*/ 234950 h 1225550"/>
              <a:gd name="connsiteX7" fmla="*/ 1581150 w 1685033"/>
              <a:gd name="connsiteY7" fmla="*/ 285750 h 1225550"/>
              <a:gd name="connsiteX8" fmla="*/ 1657350 w 1685033"/>
              <a:gd name="connsiteY8" fmla="*/ 374650 h 1225550"/>
              <a:gd name="connsiteX9" fmla="*/ 1676400 w 1685033"/>
              <a:gd name="connsiteY9" fmla="*/ 444500 h 1225550"/>
              <a:gd name="connsiteX10" fmla="*/ 1682750 w 1685033"/>
              <a:gd name="connsiteY10" fmla="*/ 679450 h 1225550"/>
              <a:gd name="connsiteX11" fmla="*/ 1638300 w 1685033"/>
              <a:gd name="connsiteY11" fmla="*/ 755650 h 1225550"/>
              <a:gd name="connsiteX12" fmla="*/ 1530350 w 1685033"/>
              <a:gd name="connsiteY12" fmla="*/ 806450 h 1225550"/>
              <a:gd name="connsiteX13" fmla="*/ 1231900 w 1685033"/>
              <a:gd name="connsiteY13" fmla="*/ 787400 h 1225550"/>
              <a:gd name="connsiteX14" fmla="*/ 1187450 w 1685033"/>
              <a:gd name="connsiteY14" fmla="*/ 749300 h 1225550"/>
              <a:gd name="connsiteX15" fmla="*/ 1162050 w 1685033"/>
              <a:gd name="connsiteY15" fmla="*/ 730250 h 1225550"/>
              <a:gd name="connsiteX16" fmla="*/ 1130300 w 1685033"/>
              <a:gd name="connsiteY16" fmla="*/ 685800 h 1225550"/>
              <a:gd name="connsiteX17" fmla="*/ 1092200 w 1685033"/>
              <a:gd name="connsiteY17" fmla="*/ 635000 h 1225550"/>
              <a:gd name="connsiteX18" fmla="*/ 1085850 w 1685033"/>
              <a:gd name="connsiteY18" fmla="*/ 615950 h 1225550"/>
              <a:gd name="connsiteX19" fmla="*/ 1066800 w 1685033"/>
              <a:gd name="connsiteY19" fmla="*/ 571500 h 1225550"/>
              <a:gd name="connsiteX20" fmla="*/ 1047750 w 1685033"/>
              <a:gd name="connsiteY20" fmla="*/ 501650 h 1225550"/>
              <a:gd name="connsiteX21" fmla="*/ 1028700 w 1685033"/>
              <a:gd name="connsiteY21" fmla="*/ 482600 h 1225550"/>
              <a:gd name="connsiteX22" fmla="*/ 1016000 w 1685033"/>
              <a:gd name="connsiteY22" fmla="*/ 457200 h 1225550"/>
              <a:gd name="connsiteX23" fmla="*/ 1009650 w 1685033"/>
              <a:gd name="connsiteY23" fmla="*/ 431800 h 1225550"/>
              <a:gd name="connsiteX24" fmla="*/ 971550 w 1685033"/>
              <a:gd name="connsiteY24" fmla="*/ 412750 h 1225550"/>
              <a:gd name="connsiteX25" fmla="*/ 927100 w 1685033"/>
              <a:gd name="connsiteY25" fmla="*/ 381000 h 1225550"/>
              <a:gd name="connsiteX26" fmla="*/ 901700 w 1685033"/>
              <a:gd name="connsiteY26" fmla="*/ 374650 h 1225550"/>
              <a:gd name="connsiteX27" fmla="*/ 857250 w 1685033"/>
              <a:gd name="connsiteY27" fmla="*/ 361950 h 1225550"/>
              <a:gd name="connsiteX28" fmla="*/ 692150 w 1685033"/>
              <a:gd name="connsiteY28" fmla="*/ 368300 h 1225550"/>
              <a:gd name="connsiteX29" fmla="*/ 666750 w 1685033"/>
              <a:gd name="connsiteY29" fmla="*/ 374650 h 1225550"/>
              <a:gd name="connsiteX30" fmla="*/ 641350 w 1685033"/>
              <a:gd name="connsiteY30" fmla="*/ 412750 h 1225550"/>
              <a:gd name="connsiteX31" fmla="*/ 622300 w 1685033"/>
              <a:gd name="connsiteY31" fmla="*/ 457200 h 1225550"/>
              <a:gd name="connsiteX32" fmla="*/ 596900 w 1685033"/>
              <a:gd name="connsiteY32" fmla="*/ 482600 h 1225550"/>
              <a:gd name="connsiteX33" fmla="*/ 577850 w 1685033"/>
              <a:gd name="connsiteY33" fmla="*/ 514350 h 1225550"/>
              <a:gd name="connsiteX34" fmla="*/ 520700 w 1685033"/>
              <a:gd name="connsiteY34" fmla="*/ 641350 h 1225550"/>
              <a:gd name="connsiteX35" fmla="*/ 527050 w 1685033"/>
              <a:gd name="connsiteY35" fmla="*/ 730250 h 1225550"/>
              <a:gd name="connsiteX36" fmla="*/ 546100 w 1685033"/>
              <a:gd name="connsiteY36" fmla="*/ 749300 h 1225550"/>
              <a:gd name="connsiteX37" fmla="*/ 558800 w 1685033"/>
              <a:gd name="connsiteY37" fmla="*/ 768350 h 1225550"/>
              <a:gd name="connsiteX38" fmla="*/ 571500 w 1685033"/>
              <a:gd name="connsiteY38" fmla="*/ 793750 h 1225550"/>
              <a:gd name="connsiteX39" fmla="*/ 596900 w 1685033"/>
              <a:gd name="connsiteY39" fmla="*/ 812800 h 1225550"/>
              <a:gd name="connsiteX40" fmla="*/ 609600 w 1685033"/>
              <a:gd name="connsiteY40" fmla="*/ 831850 h 1225550"/>
              <a:gd name="connsiteX41" fmla="*/ 635000 w 1685033"/>
              <a:gd name="connsiteY41" fmla="*/ 857250 h 1225550"/>
              <a:gd name="connsiteX42" fmla="*/ 641350 w 1685033"/>
              <a:gd name="connsiteY42" fmla="*/ 882650 h 1225550"/>
              <a:gd name="connsiteX43" fmla="*/ 654050 w 1685033"/>
              <a:gd name="connsiteY43" fmla="*/ 908050 h 1225550"/>
              <a:gd name="connsiteX44" fmla="*/ 660400 w 1685033"/>
              <a:gd name="connsiteY44" fmla="*/ 927100 h 1225550"/>
              <a:gd name="connsiteX45" fmla="*/ 628650 w 1685033"/>
              <a:gd name="connsiteY45" fmla="*/ 1123950 h 1225550"/>
              <a:gd name="connsiteX46" fmla="*/ 584200 w 1685033"/>
              <a:gd name="connsiteY46" fmla="*/ 1155700 h 1225550"/>
              <a:gd name="connsiteX47" fmla="*/ 501650 w 1685033"/>
              <a:gd name="connsiteY47" fmla="*/ 1206500 h 1225550"/>
              <a:gd name="connsiteX48" fmla="*/ 450850 w 1685033"/>
              <a:gd name="connsiteY48" fmla="*/ 1212850 h 1225550"/>
              <a:gd name="connsiteX49" fmla="*/ 400050 w 1685033"/>
              <a:gd name="connsiteY49" fmla="*/ 1225550 h 1225550"/>
              <a:gd name="connsiteX50" fmla="*/ 76200 w 1685033"/>
              <a:gd name="connsiteY50" fmla="*/ 1219200 h 1225550"/>
              <a:gd name="connsiteX51" fmla="*/ 57150 w 1685033"/>
              <a:gd name="connsiteY51" fmla="*/ 1206500 h 1225550"/>
              <a:gd name="connsiteX52" fmla="*/ 38100 w 1685033"/>
              <a:gd name="connsiteY52" fmla="*/ 1200150 h 1225550"/>
              <a:gd name="connsiteX53" fmla="*/ 0 w 1685033"/>
              <a:gd name="connsiteY53" fmla="*/ 1181100 h 1225550"/>
              <a:gd name="connsiteX0" fmla="*/ 996950 w 1685033"/>
              <a:gd name="connsiteY0" fmla="*/ 0 h 1225550"/>
              <a:gd name="connsiteX1" fmla="*/ 1073150 w 1685033"/>
              <a:gd name="connsiteY1" fmla="*/ 107950 h 1225550"/>
              <a:gd name="connsiteX2" fmla="*/ 1111250 w 1685033"/>
              <a:gd name="connsiteY2" fmla="*/ 146050 h 1225550"/>
              <a:gd name="connsiteX3" fmla="*/ 1149350 w 1685033"/>
              <a:gd name="connsiteY3" fmla="*/ 165100 h 1225550"/>
              <a:gd name="connsiteX4" fmla="*/ 1225550 w 1685033"/>
              <a:gd name="connsiteY4" fmla="*/ 184150 h 1225550"/>
              <a:gd name="connsiteX5" fmla="*/ 1295400 w 1685033"/>
              <a:gd name="connsiteY5" fmla="*/ 196850 h 1225550"/>
              <a:gd name="connsiteX6" fmla="*/ 1492250 w 1685033"/>
              <a:gd name="connsiteY6" fmla="*/ 234950 h 1225550"/>
              <a:gd name="connsiteX7" fmla="*/ 1581150 w 1685033"/>
              <a:gd name="connsiteY7" fmla="*/ 285750 h 1225550"/>
              <a:gd name="connsiteX8" fmla="*/ 1657350 w 1685033"/>
              <a:gd name="connsiteY8" fmla="*/ 374650 h 1225550"/>
              <a:gd name="connsiteX9" fmla="*/ 1676400 w 1685033"/>
              <a:gd name="connsiteY9" fmla="*/ 444500 h 1225550"/>
              <a:gd name="connsiteX10" fmla="*/ 1682750 w 1685033"/>
              <a:gd name="connsiteY10" fmla="*/ 679450 h 1225550"/>
              <a:gd name="connsiteX11" fmla="*/ 1638300 w 1685033"/>
              <a:gd name="connsiteY11" fmla="*/ 755650 h 1225550"/>
              <a:gd name="connsiteX12" fmla="*/ 1530350 w 1685033"/>
              <a:gd name="connsiteY12" fmla="*/ 806450 h 1225550"/>
              <a:gd name="connsiteX13" fmla="*/ 1231900 w 1685033"/>
              <a:gd name="connsiteY13" fmla="*/ 787400 h 1225550"/>
              <a:gd name="connsiteX14" fmla="*/ 1162050 w 1685033"/>
              <a:gd name="connsiteY14" fmla="*/ 730250 h 1225550"/>
              <a:gd name="connsiteX15" fmla="*/ 1130300 w 1685033"/>
              <a:gd name="connsiteY15" fmla="*/ 685800 h 1225550"/>
              <a:gd name="connsiteX16" fmla="*/ 1092200 w 1685033"/>
              <a:gd name="connsiteY16" fmla="*/ 635000 h 1225550"/>
              <a:gd name="connsiteX17" fmla="*/ 1085850 w 1685033"/>
              <a:gd name="connsiteY17" fmla="*/ 615950 h 1225550"/>
              <a:gd name="connsiteX18" fmla="*/ 1066800 w 1685033"/>
              <a:gd name="connsiteY18" fmla="*/ 571500 h 1225550"/>
              <a:gd name="connsiteX19" fmla="*/ 1047750 w 1685033"/>
              <a:gd name="connsiteY19" fmla="*/ 501650 h 1225550"/>
              <a:gd name="connsiteX20" fmla="*/ 1028700 w 1685033"/>
              <a:gd name="connsiteY20" fmla="*/ 482600 h 1225550"/>
              <a:gd name="connsiteX21" fmla="*/ 1016000 w 1685033"/>
              <a:gd name="connsiteY21" fmla="*/ 457200 h 1225550"/>
              <a:gd name="connsiteX22" fmla="*/ 1009650 w 1685033"/>
              <a:gd name="connsiteY22" fmla="*/ 431800 h 1225550"/>
              <a:gd name="connsiteX23" fmla="*/ 971550 w 1685033"/>
              <a:gd name="connsiteY23" fmla="*/ 412750 h 1225550"/>
              <a:gd name="connsiteX24" fmla="*/ 927100 w 1685033"/>
              <a:gd name="connsiteY24" fmla="*/ 381000 h 1225550"/>
              <a:gd name="connsiteX25" fmla="*/ 901700 w 1685033"/>
              <a:gd name="connsiteY25" fmla="*/ 374650 h 1225550"/>
              <a:gd name="connsiteX26" fmla="*/ 857250 w 1685033"/>
              <a:gd name="connsiteY26" fmla="*/ 361950 h 1225550"/>
              <a:gd name="connsiteX27" fmla="*/ 692150 w 1685033"/>
              <a:gd name="connsiteY27" fmla="*/ 368300 h 1225550"/>
              <a:gd name="connsiteX28" fmla="*/ 666750 w 1685033"/>
              <a:gd name="connsiteY28" fmla="*/ 374650 h 1225550"/>
              <a:gd name="connsiteX29" fmla="*/ 641350 w 1685033"/>
              <a:gd name="connsiteY29" fmla="*/ 412750 h 1225550"/>
              <a:gd name="connsiteX30" fmla="*/ 622300 w 1685033"/>
              <a:gd name="connsiteY30" fmla="*/ 457200 h 1225550"/>
              <a:gd name="connsiteX31" fmla="*/ 596900 w 1685033"/>
              <a:gd name="connsiteY31" fmla="*/ 482600 h 1225550"/>
              <a:gd name="connsiteX32" fmla="*/ 577850 w 1685033"/>
              <a:gd name="connsiteY32" fmla="*/ 514350 h 1225550"/>
              <a:gd name="connsiteX33" fmla="*/ 520700 w 1685033"/>
              <a:gd name="connsiteY33" fmla="*/ 641350 h 1225550"/>
              <a:gd name="connsiteX34" fmla="*/ 527050 w 1685033"/>
              <a:gd name="connsiteY34" fmla="*/ 730250 h 1225550"/>
              <a:gd name="connsiteX35" fmla="*/ 546100 w 1685033"/>
              <a:gd name="connsiteY35" fmla="*/ 749300 h 1225550"/>
              <a:gd name="connsiteX36" fmla="*/ 558800 w 1685033"/>
              <a:gd name="connsiteY36" fmla="*/ 768350 h 1225550"/>
              <a:gd name="connsiteX37" fmla="*/ 571500 w 1685033"/>
              <a:gd name="connsiteY37" fmla="*/ 793750 h 1225550"/>
              <a:gd name="connsiteX38" fmla="*/ 596900 w 1685033"/>
              <a:gd name="connsiteY38" fmla="*/ 812800 h 1225550"/>
              <a:gd name="connsiteX39" fmla="*/ 609600 w 1685033"/>
              <a:gd name="connsiteY39" fmla="*/ 831850 h 1225550"/>
              <a:gd name="connsiteX40" fmla="*/ 635000 w 1685033"/>
              <a:gd name="connsiteY40" fmla="*/ 857250 h 1225550"/>
              <a:gd name="connsiteX41" fmla="*/ 641350 w 1685033"/>
              <a:gd name="connsiteY41" fmla="*/ 882650 h 1225550"/>
              <a:gd name="connsiteX42" fmla="*/ 654050 w 1685033"/>
              <a:gd name="connsiteY42" fmla="*/ 908050 h 1225550"/>
              <a:gd name="connsiteX43" fmla="*/ 660400 w 1685033"/>
              <a:gd name="connsiteY43" fmla="*/ 927100 h 1225550"/>
              <a:gd name="connsiteX44" fmla="*/ 628650 w 1685033"/>
              <a:gd name="connsiteY44" fmla="*/ 1123950 h 1225550"/>
              <a:gd name="connsiteX45" fmla="*/ 584200 w 1685033"/>
              <a:gd name="connsiteY45" fmla="*/ 1155700 h 1225550"/>
              <a:gd name="connsiteX46" fmla="*/ 501650 w 1685033"/>
              <a:gd name="connsiteY46" fmla="*/ 1206500 h 1225550"/>
              <a:gd name="connsiteX47" fmla="*/ 450850 w 1685033"/>
              <a:gd name="connsiteY47" fmla="*/ 1212850 h 1225550"/>
              <a:gd name="connsiteX48" fmla="*/ 400050 w 1685033"/>
              <a:gd name="connsiteY48" fmla="*/ 1225550 h 1225550"/>
              <a:gd name="connsiteX49" fmla="*/ 76200 w 1685033"/>
              <a:gd name="connsiteY49" fmla="*/ 1219200 h 1225550"/>
              <a:gd name="connsiteX50" fmla="*/ 57150 w 1685033"/>
              <a:gd name="connsiteY50" fmla="*/ 1206500 h 1225550"/>
              <a:gd name="connsiteX51" fmla="*/ 38100 w 1685033"/>
              <a:gd name="connsiteY51" fmla="*/ 1200150 h 1225550"/>
              <a:gd name="connsiteX52" fmla="*/ 0 w 1685033"/>
              <a:gd name="connsiteY52" fmla="*/ 1181100 h 1225550"/>
              <a:gd name="connsiteX0" fmla="*/ 996950 w 1685033"/>
              <a:gd name="connsiteY0" fmla="*/ 0 h 1225550"/>
              <a:gd name="connsiteX1" fmla="*/ 1073150 w 1685033"/>
              <a:gd name="connsiteY1" fmla="*/ 107950 h 1225550"/>
              <a:gd name="connsiteX2" fmla="*/ 1111250 w 1685033"/>
              <a:gd name="connsiteY2" fmla="*/ 146050 h 1225550"/>
              <a:gd name="connsiteX3" fmla="*/ 1149350 w 1685033"/>
              <a:gd name="connsiteY3" fmla="*/ 165100 h 1225550"/>
              <a:gd name="connsiteX4" fmla="*/ 1225550 w 1685033"/>
              <a:gd name="connsiteY4" fmla="*/ 184150 h 1225550"/>
              <a:gd name="connsiteX5" fmla="*/ 1295400 w 1685033"/>
              <a:gd name="connsiteY5" fmla="*/ 196850 h 1225550"/>
              <a:gd name="connsiteX6" fmla="*/ 1492250 w 1685033"/>
              <a:gd name="connsiteY6" fmla="*/ 234950 h 1225550"/>
              <a:gd name="connsiteX7" fmla="*/ 1581150 w 1685033"/>
              <a:gd name="connsiteY7" fmla="*/ 285750 h 1225550"/>
              <a:gd name="connsiteX8" fmla="*/ 1657350 w 1685033"/>
              <a:gd name="connsiteY8" fmla="*/ 374650 h 1225550"/>
              <a:gd name="connsiteX9" fmla="*/ 1676400 w 1685033"/>
              <a:gd name="connsiteY9" fmla="*/ 444500 h 1225550"/>
              <a:gd name="connsiteX10" fmla="*/ 1682750 w 1685033"/>
              <a:gd name="connsiteY10" fmla="*/ 679450 h 1225550"/>
              <a:gd name="connsiteX11" fmla="*/ 1638300 w 1685033"/>
              <a:gd name="connsiteY11" fmla="*/ 755650 h 1225550"/>
              <a:gd name="connsiteX12" fmla="*/ 1530350 w 1685033"/>
              <a:gd name="connsiteY12" fmla="*/ 806450 h 1225550"/>
              <a:gd name="connsiteX13" fmla="*/ 1231900 w 1685033"/>
              <a:gd name="connsiteY13" fmla="*/ 787400 h 1225550"/>
              <a:gd name="connsiteX14" fmla="*/ 1130300 w 1685033"/>
              <a:gd name="connsiteY14" fmla="*/ 685800 h 1225550"/>
              <a:gd name="connsiteX15" fmla="*/ 1092200 w 1685033"/>
              <a:gd name="connsiteY15" fmla="*/ 635000 h 1225550"/>
              <a:gd name="connsiteX16" fmla="*/ 1085850 w 1685033"/>
              <a:gd name="connsiteY16" fmla="*/ 615950 h 1225550"/>
              <a:gd name="connsiteX17" fmla="*/ 1066800 w 1685033"/>
              <a:gd name="connsiteY17" fmla="*/ 571500 h 1225550"/>
              <a:gd name="connsiteX18" fmla="*/ 1047750 w 1685033"/>
              <a:gd name="connsiteY18" fmla="*/ 501650 h 1225550"/>
              <a:gd name="connsiteX19" fmla="*/ 1028700 w 1685033"/>
              <a:gd name="connsiteY19" fmla="*/ 482600 h 1225550"/>
              <a:gd name="connsiteX20" fmla="*/ 1016000 w 1685033"/>
              <a:gd name="connsiteY20" fmla="*/ 457200 h 1225550"/>
              <a:gd name="connsiteX21" fmla="*/ 1009650 w 1685033"/>
              <a:gd name="connsiteY21" fmla="*/ 431800 h 1225550"/>
              <a:gd name="connsiteX22" fmla="*/ 971550 w 1685033"/>
              <a:gd name="connsiteY22" fmla="*/ 412750 h 1225550"/>
              <a:gd name="connsiteX23" fmla="*/ 927100 w 1685033"/>
              <a:gd name="connsiteY23" fmla="*/ 381000 h 1225550"/>
              <a:gd name="connsiteX24" fmla="*/ 901700 w 1685033"/>
              <a:gd name="connsiteY24" fmla="*/ 374650 h 1225550"/>
              <a:gd name="connsiteX25" fmla="*/ 857250 w 1685033"/>
              <a:gd name="connsiteY25" fmla="*/ 361950 h 1225550"/>
              <a:gd name="connsiteX26" fmla="*/ 692150 w 1685033"/>
              <a:gd name="connsiteY26" fmla="*/ 368300 h 1225550"/>
              <a:gd name="connsiteX27" fmla="*/ 666750 w 1685033"/>
              <a:gd name="connsiteY27" fmla="*/ 374650 h 1225550"/>
              <a:gd name="connsiteX28" fmla="*/ 641350 w 1685033"/>
              <a:gd name="connsiteY28" fmla="*/ 412750 h 1225550"/>
              <a:gd name="connsiteX29" fmla="*/ 622300 w 1685033"/>
              <a:gd name="connsiteY29" fmla="*/ 457200 h 1225550"/>
              <a:gd name="connsiteX30" fmla="*/ 596900 w 1685033"/>
              <a:gd name="connsiteY30" fmla="*/ 482600 h 1225550"/>
              <a:gd name="connsiteX31" fmla="*/ 577850 w 1685033"/>
              <a:gd name="connsiteY31" fmla="*/ 514350 h 1225550"/>
              <a:gd name="connsiteX32" fmla="*/ 520700 w 1685033"/>
              <a:gd name="connsiteY32" fmla="*/ 641350 h 1225550"/>
              <a:gd name="connsiteX33" fmla="*/ 527050 w 1685033"/>
              <a:gd name="connsiteY33" fmla="*/ 730250 h 1225550"/>
              <a:gd name="connsiteX34" fmla="*/ 546100 w 1685033"/>
              <a:gd name="connsiteY34" fmla="*/ 749300 h 1225550"/>
              <a:gd name="connsiteX35" fmla="*/ 558800 w 1685033"/>
              <a:gd name="connsiteY35" fmla="*/ 768350 h 1225550"/>
              <a:gd name="connsiteX36" fmla="*/ 571500 w 1685033"/>
              <a:gd name="connsiteY36" fmla="*/ 793750 h 1225550"/>
              <a:gd name="connsiteX37" fmla="*/ 596900 w 1685033"/>
              <a:gd name="connsiteY37" fmla="*/ 812800 h 1225550"/>
              <a:gd name="connsiteX38" fmla="*/ 609600 w 1685033"/>
              <a:gd name="connsiteY38" fmla="*/ 831850 h 1225550"/>
              <a:gd name="connsiteX39" fmla="*/ 635000 w 1685033"/>
              <a:gd name="connsiteY39" fmla="*/ 857250 h 1225550"/>
              <a:gd name="connsiteX40" fmla="*/ 641350 w 1685033"/>
              <a:gd name="connsiteY40" fmla="*/ 882650 h 1225550"/>
              <a:gd name="connsiteX41" fmla="*/ 654050 w 1685033"/>
              <a:gd name="connsiteY41" fmla="*/ 908050 h 1225550"/>
              <a:gd name="connsiteX42" fmla="*/ 660400 w 1685033"/>
              <a:gd name="connsiteY42" fmla="*/ 927100 h 1225550"/>
              <a:gd name="connsiteX43" fmla="*/ 628650 w 1685033"/>
              <a:gd name="connsiteY43" fmla="*/ 1123950 h 1225550"/>
              <a:gd name="connsiteX44" fmla="*/ 584200 w 1685033"/>
              <a:gd name="connsiteY44" fmla="*/ 1155700 h 1225550"/>
              <a:gd name="connsiteX45" fmla="*/ 501650 w 1685033"/>
              <a:gd name="connsiteY45" fmla="*/ 1206500 h 1225550"/>
              <a:gd name="connsiteX46" fmla="*/ 450850 w 1685033"/>
              <a:gd name="connsiteY46" fmla="*/ 1212850 h 1225550"/>
              <a:gd name="connsiteX47" fmla="*/ 400050 w 1685033"/>
              <a:gd name="connsiteY47" fmla="*/ 1225550 h 1225550"/>
              <a:gd name="connsiteX48" fmla="*/ 76200 w 1685033"/>
              <a:gd name="connsiteY48" fmla="*/ 1219200 h 1225550"/>
              <a:gd name="connsiteX49" fmla="*/ 57150 w 1685033"/>
              <a:gd name="connsiteY49" fmla="*/ 1206500 h 1225550"/>
              <a:gd name="connsiteX50" fmla="*/ 38100 w 1685033"/>
              <a:gd name="connsiteY50" fmla="*/ 1200150 h 1225550"/>
              <a:gd name="connsiteX51" fmla="*/ 0 w 1685033"/>
              <a:gd name="connsiteY51" fmla="*/ 1181100 h 1225550"/>
              <a:gd name="connsiteX0" fmla="*/ 996950 w 1685033"/>
              <a:gd name="connsiteY0" fmla="*/ 0 h 1225550"/>
              <a:gd name="connsiteX1" fmla="*/ 1073150 w 1685033"/>
              <a:gd name="connsiteY1" fmla="*/ 107950 h 1225550"/>
              <a:gd name="connsiteX2" fmla="*/ 1111250 w 1685033"/>
              <a:gd name="connsiteY2" fmla="*/ 146050 h 1225550"/>
              <a:gd name="connsiteX3" fmla="*/ 1149350 w 1685033"/>
              <a:gd name="connsiteY3" fmla="*/ 165100 h 1225550"/>
              <a:gd name="connsiteX4" fmla="*/ 1225550 w 1685033"/>
              <a:gd name="connsiteY4" fmla="*/ 184150 h 1225550"/>
              <a:gd name="connsiteX5" fmla="*/ 1295400 w 1685033"/>
              <a:gd name="connsiteY5" fmla="*/ 196850 h 1225550"/>
              <a:gd name="connsiteX6" fmla="*/ 1492250 w 1685033"/>
              <a:gd name="connsiteY6" fmla="*/ 234950 h 1225550"/>
              <a:gd name="connsiteX7" fmla="*/ 1581150 w 1685033"/>
              <a:gd name="connsiteY7" fmla="*/ 285750 h 1225550"/>
              <a:gd name="connsiteX8" fmla="*/ 1657350 w 1685033"/>
              <a:gd name="connsiteY8" fmla="*/ 374650 h 1225550"/>
              <a:gd name="connsiteX9" fmla="*/ 1676400 w 1685033"/>
              <a:gd name="connsiteY9" fmla="*/ 444500 h 1225550"/>
              <a:gd name="connsiteX10" fmla="*/ 1682750 w 1685033"/>
              <a:gd name="connsiteY10" fmla="*/ 679450 h 1225550"/>
              <a:gd name="connsiteX11" fmla="*/ 1638300 w 1685033"/>
              <a:gd name="connsiteY11" fmla="*/ 755650 h 1225550"/>
              <a:gd name="connsiteX12" fmla="*/ 1530350 w 1685033"/>
              <a:gd name="connsiteY12" fmla="*/ 806450 h 1225550"/>
              <a:gd name="connsiteX13" fmla="*/ 1231900 w 1685033"/>
              <a:gd name="connsiteY13" fmla="*/ 787400 h 1225550"/>
              <a:gd name="connsiteX14" fmla="*/ 1130300 w 1685033"/>
              <a:gd name="connsiteY14" fmla="*/ 685800 h 1225550"/>
              <a:gd name="connsiteX15" fmla="*/ 1085850 w 1685033"/>
              <a:gd name="connsiteY15" fmla="*/ 615950 h 1225550"/>
              <a:gd name="connsiteX16" fmla="*/ 1066800 w 1685033"/>
              <a:gd name="connsiteY16" fmla="*/ 571500 h 1225550"/>
              <a:gd name="connsiteX17" fmla="*/ 1047750 w 1685033"/>
              <a:gd name="connsiteY17" fmla="*/ 501650 h 1225550"/>
              <a:gd name="connsiteX18" fmla="*/ 1028700 w 1685033"/>
              <a:gd name="connsiteY18" fmla="*/ 482600 h 1225550"/>
              <a:gd name="connsiteX19" fmla="*/ 1016000 w 1685033"/>
              <a:gd name="connsiteY19" fmla="*/ 457200 h 1225550"/>
              <a:gd name="connsiteX20" fmla="*/ 1009650 w 1685033"/>
              <a:gd name="connsiteY20" fmla="*/ 431800 h 1225550"/>
              <a:gd name="connsiteX21" fmla="*/ 971550 w 1685033"/>
              <a:gd name="connsiteY21" fmla="*/ 412750 h 1225550"/>
              <a:gd name="connsiteX22" fmla="*/ 927100 w 1685033"/>
              <a:gd name="connsiteY22" fmla="*/ 381000 h 1225550"/>
              <a:gd name="connsiteX23" fmla="*/ 901700 w 1685033"/>
              <a:gd name="connsiteY23" fmla="*/ 374650 h 1225550"/>
              <a:gd name="connsiteX24" fmla="*/ 857250 w 1685033"/>
              <a:gd name="connsiteY24" fmla="*/ 361950 h 1225550"/>
              <a:gd name="connsiteX25" fmla="*/ 692150 w 1685033"/>
              <a:gd name="connsiteY25" fmla="*/ 368300 h 1225550"/>
              <a:gd name="connsiteX26" fmla="*/ 666750 w 1685033"/>
              <a:gd name="connsiteY26" fmla="*/ 374650 h 1225550"/>
              <a:gd name="connsiteX27" fmla="*/ 641350 w 1685033"/>
              <a:gd name="connsiteY27" fmla="*/ 412750 h 1225550"/>
              <a:gd name="connsiteX28" fmla="*/ 622300 w 1685033"/>
              <a:gd name="connsiteY28" fmla="*/ 457200 h 1225550"/>
              <a:gd name="connsiteX29" fmla="*/ 596900 w 1685033"/>
              <a:gd name="connsiteY29" fmla="*/ 482600 h 1225550"/>
              <a:gd name="connsiteX30" fmla="*/ 577850 w 1685033"/>
              <a:gd name="connsiteY30" fmla="*/ 514350 h 1225550"/>
              <a:gd name="connsiteX31" fmla="*/ 520700 w 1685033"/>
              <a:gd name="connsiteY31" fmla="*/ 641350 h 1225550"/>
              <a:gd name="connsiteX32" fmla="*/ 527050 w 1685033"/>
              <a:gd name="connsiteY32" fmla="*/ 730250 h 1225550"/>
              <a:gd name="connsiteX33" fmla="*/ 546100 w 1685033"/>
              <a:gd name="connsiteY33" fmla="*/ 749300 h 1225550"/>
              <a:gd name="connsiteX34" fmla="*/ 558800 w 1685033"/>
              <a:gd name="connsiteY34" fmla="*/ 768350 h 1225550"/>
              <a:gd name="connsiteX35" fmla="*/ 571500 w 1685033"/>
              <a:gd name="connsiteY35" fmla="*/ 793750 h 1225550"/>
              <a:gd name="connsiteX36" fmla="*/ 596900 w 1685033"/>
              <a:gd name="connsiteY36" fmla="*/ 812800 h 1225550"/>
              <a:gd name="connsiteX37" fmla="*/ 609600 w 1685033"/>
              <a:gd name="connsiteY37" fmla="*/ 831850 h 1225550"/>
              <a:gd name="connsiteX38" fmla="*/ 635000 w 1685033"/>
              <a:gd name="connsiteY38" fmla="*/ 857250 h 1225550"/>
              <a:gd name="connsiteX39" fmla="*/ 641350 w 1685033"/>
              <a:gd name="connsiteY39" fmla="*/ 882650 h 1225550"/>
              <a:gd name="connsiteX40" fmla="*/ 654050 w 1685033"/>
              <a:gd name="connsiteY40" fmla="*/ 908050 h 1225550"/>
              <a:gd name="connsiteX41" fmla="*/ 660400 w 1685033"/>
              <a:gd name="connsiteY41" fmla="*/ 927100 h 1225550"/>
              <a:gd name="connsiteX42" fmla="*/ 628650 w 1685033"/>
              <a:gd name="connsiteY42" fmla="*/ 1123950 h 1225550"/>
              <a:gd name="connsiteX43" fmla="*/ 584200 w 1685033"/>
              <a:gd name="connsiteY43" fmla="*/ 1155700 h 1225550"/>
              <a:gd name="connsiteX44" fmla="*/ 501650 w 1685033"/>
              <a:gd name="connsiteY44" fmla="*/ 1206500 h 1225550"/>
              <a:gd name="connsiteX45" fmla="*/ 450850 w 1685033"/>
              <a:gd name="connsiteY45" fmla="*/ 1212850 h 1225550"/>
              <a:gd name="connsiteX46" fmla="*/ 400050 w 1685033"/>
              <a:gd name="connsiteY46" fmla="*/ 1225550 h 1225550"/>
              <a:gd name="connsiteX47" fmla="*/ 76200 w 1685033"/>
              <a:gd name="connsiteY47" fmla="*/ 1219200 h 1225550"/>
              <a:gd name="connsiteX48" fmla="*/ 57150 w 1685033"/>
              <a:gd name="connsiteY48" fmla="*/ 1206500 h 1225550"/>
              <a:gd name="connsiteX49" fmla="*/ 38100 w 1685033"/>
              <a:gd name="connsiteY49" fmla="*/ 1200150 h 1225550"/>
              <a:gd name="connsiteX50" fmla="*/ 0 w 1685033"/>
              <a:gd name="connsiteY50" fmla="*/ 1181100 h 1225550"/>
              <a:gd name="connsiteX0" fmla="*/ 996950 w 1685033"/>
              <a:gd name="connsiteY0" fmla="*/ 0 h 1225550"/>
              <a:gd name="connsiteX1" fmla="*/ 1073150 w 1685033"/>
              <a:gd name="connsiteY1" fmla="*/ 107950 h 1225550"/>
              <a:gd name="connsiteX2" fmla="*/ 1111250 w 1685033"/>
              <a:gd name="connsiteY2" fmla="*/ 146050 h 1225550"/>
              <a:gd name="connsiteX3" fmla="*/ 1149350 w 1685033"/>
              <a:gd name="connsiteY3" fmla="*/ 165100 h 1225550"/>
              <a:gd name="connsiteX4" fmla="*/ 1225550 w 1685033"/>
              <a:gd name="connsiteY4" fmla="*/ 184150 h 1225550"/>
              <a:gd name="connsiteX5" fmla="*/ 1295400 w 1685033"/>
              <a:gd name="connsiteY5" fmla="*/ 196850 h 1225550"/>
              <a:gd name="connsiteX6" fmla="*/ 1492250 w 1685033"/>
              <a:gd name="connsiteY6" fmla="*/ 234950 h 1225550"/>
              <a:gd name="connsiteX7" fmla="*/ 1581150 w 1685033"/>
              <a:gd name="connsiteY7" fmla="*/ 285750 h 1225550"/>
              <a:gd name="connsiteX8" fmla="*/ 1657350 w 1685033"/>
              <a:gd name="connsiteY8" fmla="*/ 374650 h 1225550"/>
              <a:gd name="connsiteX9" fmla="*/ 1676400 w 1685033"/>
              <a:gd name="connsiteY9" fmla="*/ 444500 h 1225550"/>
              <a:gd name="connsiteX10" fmla="*/ 1682750 w 1685033"/>
              <a:gd name="connsiteY10" fmla="*/ 679450 h 1225550"/>
              <a:gd name="connsiteX11" fmla="*/ 1638300 w 1685033"/>
              <a:gd name="connsiteY11" fmla="*/ 755650 h 1225550"/>
              <a:gd name="connsiteX12" fmla="*/ 1530350 w 1685033"/>
              <a:gd name="connsiteY12" fmla="*/ 806450 h 1225550"/>
              <a:gd name="connsiteX13" fmla="*/ 1231900 w 1685033"/>
              <a:gd name="connsiteY13" fmla="*/ 787400 h 1225550"/>
              <a:gd name="connsiteX14" fmla="*/ 1130300 w 1685033"/>
              <a:gd name="connsiteY14" fmla="*/ 685800 h 1225550"/>
              <a:gd name="connsiteX15" fmla="*/ 1066800 w 1685033"/>
              <a:gd name="connsiteY15" fmla="*/ 571500 h 1225550"/>
              <a:gd name="connsiteX16" fmla="*/ 1047750 w 1685033"/>
              <a:gd name="connsiteY16" fmla="*/ 501650 h 1225550"/>
              <a:gd name="connsiteX17" fmla="*/ 1028700 w 1685033"/>
              <a:gd name="connsiteY17" fmla="*/ 482600 h 1225550"/>
              <a:gd name="connsiteX18" fmla="*/ 1016000 w 1685033"/>
              <a:gd name="connsiteY18" fmla="*/ 457200 h 1225550"/>
              <a:gd name="connsiteX19" fmla="*/ 1009650 w 1685033"/>
              <a:gd name="connsiteY19" fmla="*/ 431800 h 1225550"/>
              <a:gd name="connsiteX20" fmla="*/ 971550 w 1685033"/>
              <a:gd name="connsiteY20" fmla="*/ 412750 h 1225550"/>
              <a:gd name="connsiteX21" fmla="*/ 927100 w 1685033"/>
              <a:gd name="connsiteY21" fmla="*/ 381000 h 1225550"/>
              <a:gd name="connsiteX22" fmla="*/ 901700 w 1685033"/>
              <a:gd name="connsiteY22" fmla="*/ 374650 h 1225550"/>
              <a:gd name="connsiteX23" fmla="*/ 857250 w 1685033"/>
              <a:gd name="connsiteY23" fmla="*/ 361950 h 1225550"/>
              <a:gd name="connsiteX24" fmla="*/ 692150 w 1685033"/>
              <a:gd name="connsiteY24" fmla="*/ 368300 h 1225550"/>
              <a:gd name="connsiteX25" fmla="*/ 666750 w 1685033"/>
              <a:gd name="connsiteY25" fmla="*/ 374650 h 1225550"/>
              <a:gd name="connsiteX26" fmla="*/ 641350 w 1685033"/>
              <a:gd name="connsiteY26" fmla="*/ 412750 h 1225550"/>
              <a:gd name="connsiteX27" fmla="*/ 622300 w 1685033"/>
              <a:gd name="connsiteY27" fmla="*/ 457200 h 1225550"/>
              <a:gd name="connsiteX28" fmla="*/ 596900 w 1685033"/>
              <a:gd name="connsiteY28" fmla="*/ 482600 h 1225550"/>
              <a:gd name="connsiteX29" fmla="*/ 577850 w 1685033"/>
              <a:gd name="connsiteY29" fmla="*/ 514350 h 1225550"/>
              <a:gd name="connsiteX30" fmla="*/ 520700 w 1685033"/>
              <a:gd name="connsiteY30" fmla="*/ 641350 h 1225550"/>
              <a:gd name="connsiteX31" fmla="*/ 527050 w 1685033"/>
              <a:gd name="connsiteY31" fmla="*/ 730250 h 1225550"/>
              <a:gd name="connsiteX32" fmla="*/ 546100 w 1685033"/>
              <a:gd name="connsiteY32" fmla="*/ 749300 h 1225550"/>
              <a:gd name="connsiteX33" fmla="*/ 558800 w 1685033"/>
              <a:gd name="connsiteY33" fmla="*/ 768350 h 1225550"/>
              <a:gd name="connsiteX34" fmla="*/ 571500 w 1685033"/>
              <a:gd name="connsiteY34" fmla="*/ 793750 h 1225550"/>
              <a:gd name="connsiteX35" fmla="*/ 596900 w 1685033"/>
              <a:gd name="connsiteY35" fmla="*/ 812800 h 1225550"/>
              <a:gd name="connsiteX36" fmla="*/ 609600 w 1685033"/>
              <a:gd name="connsiteY36" fmla="*/ 831850 h 1225550"/>
              <a:gd name="connsiteX37" fmla="*/ 635000 w 1685033"/>
              <a:gd name="connsiteY37" fmla="*/ 857250 h 1225550"/>
              <a:gd name="connsiteX38" fmla="*/ 641350 w 1685033"/>
              <a:gd name="connsiteY38" fmla="*/ 882650 h 1225550"/>
              <a:gd name="connsiteX39" fmla="*/ 654050 w 1685033"/>
              <a:gd name="connsiteY39" fmla="*/ 908050 h 1225550"/>
              <a:gd name="connsiteX40" fmla="*/ 660400 w 1685033"/>
              <a:gd name="connsiteY40" fmla="*/ 927100 h 1225550"/>
              <a:gd name="connsiteX41" fmla="*/ 628650 w 1685033"/>
              <a:gd name="connsiteY41" fmla="*/ 1123950 h 1225550"/>
              <a:gd name="connsiteX42" fmla="*/ 584200 w 1685033"/>
              <a:gd name="connsiteY42" fmla="*/ 1155700 h 1225550"/>
              <a:gd name="connsiteX43" fmla="*/ 501650 w 1685033"/>
              <a:gd name="connsiteY43" fmla="*/ 1206500 h 1225550"/>
              <a:gd name="connsiteX44" fmla="*/ 450850 w 1685033"/>
              <a:gd name="connsiteY44" fmla="*/ 1212850 h 1225550"/>
              <a:gd name="connsiteX45" fmla="*/ 400050 w 1685033"/>
              <a:gd name="connsiteY45" fmla="*/ 1225550 h 1225550"/>
              <a:gd name="connsiteX46" fmla="*/ 76200 w 1685033"/>
              <a:gd name="connsiteY46" fmla="*/ 1219200 h 1225550"/>
              <a:gd name="connsiteX47" fmla="*/ 57150 w 1685033"/>
              <a:gd name="connsiteY47" fmla="*/ 1206500 h 1225550"/>
              <a:gd name="connsiteX48" fmla="*/ 38100 w 1685033"/>
              <a:gd name="connsiteY48" fmla="*/ 1200150 h 1225550"/>
              <a:gd name="connsiteX49" fmla="*/ 0 w 1685033"/>
              <a:gd name="connsiteY49" fmla="*/ 1181100 h 1225550"/>
              <a:gd name="connsiteX0" fmla="*/ 996950 w 1685033"/>
              <a:gd name="connsiteY0" fmla="*/ 0 h 1225550"/>
              <a:gd name="connsiteX1" fmla="*/ 1073150 w 1685033"/>
              <a:gd name="connsiteY1" fmla="*/ 107950 h 1225550"/>
              <a:gd name="connsiteX2" fmla="*/ 1111250 w 1685033"/>
              <a:gd name="connsiteY2" fmla="*/ 146050 h 1225550"/>
              <a:gd name="connsiteX3" fmla="*/ 1149350 w 1685033"/>
              <a:gd name="connsiteY3" fmla="*/ 165100 h 1225550"/>
              <a:gd name="connsiteX4" fmla="*/ 1225550 w 1685033"/>
              <a:gd name="connsiteY4" fmla="*/ 184150 h 1225550"/>
              <a:gd name="connsiteX5" fmla="*/ 1295400 w 1685033"/>
              <a:gd name="connsiteY5" fmla="*/ 196850 h 1225550"/>
              <a:gd name="connsiteX6" fmla="*/ 1492250 w 1685033"/>
              <a:gd name="connsiteY6" fmla="*/ 234950 h 1225550"/>
              <a:gd name="connsiteX7" fmla="*/ 1581150 w 1685033"/>
              <a:gd name="connsiteY7" fmla="*/ 285750 h 1225550"/>
              <a:gd name="connsiteX8" fmla="*/ 1657350 w 1685033"/>
              <a:gd name="connsiteY8" fmla="*/ 374650 h 1225550"/>
              <a:gd name="connsiteX9" fmla="*/ 1676400 w 1685033"/>
              <a:gd name="connsiteY9" fmla="*/ 444500 h 1225550"/>
              <a:gd name="connsiteX10" fmla="*/ 1682750 w 1685033"/>
              <a:gd name="connsiteY10" fmla="*/ 679450 h 1225550"/>
              <a:gd name="connsiteX11" fmla="*/ 1638300 w 1685033"/>
              <a:gd name="connsiteY11" fmla="*/ 755650 h 1225550"/>
              <a:gd name="connsiteX12" fmla="*/ 1530350 w 1685033"/>
              <a:gd name="connsiteY12" fmla="*/ 806450 h 1225550"/>
              <a:gd name="connsiteX13" fmla="*/ 1231900 w 1685033"/>
              <a:gd name="connsiteY13" fmla="*/ 787400 h 1225550"/>
              <a:gd name="connsiteX14" fmla="*/ 1130300 w 1685033"/>
              <a:gd name="connsiteY14" fmla="*/ 685800 h 1225550"/>
              <a:gd name="connsiteX15" fmla="*/ 1066800 w 1685033"/>
              <a:gd name="connsiteY15" fmla="*/ 571500 h 1225550"/>
              <a:gd name="connsiteX16" fmla="*/ 1028700 w 1685033"/>
              <a:gd name="connsiteY16" fmla="*/ 482600 h 1225550"/>
              <a:gd name="connsiteX17" fmla="*/ 1016000 w 1685033"/>
              <a:gd name="connsiteY17" fmla="*/ 457200 h 1225550"/>
              <a:gd name="connsiteX18" fmla="*/ 1009650 w 1685033"/>
              <a:gd name="connsiteY18" fmla="*/ 431800 h 1225550"/>
              <a:gd name="connsiteX19" fmla="*/ 971550 w 1685033"/>
              <a:gd name="connsiteY19" fmla="*/ 412750 h 1225550"/>
              <a:gd name="connsiteX20" fmla="*/ 927100 w 1685033"/>
              <a:gd name="connsiteY20" fmla="*/ 381000 h 1225550"/>
              <a:gd name="connsiteX21" fmla="*/ 901700 w 1685033"/>
              <a:gd name="connsiteY21" fmla="*/ 374650 h 1225550"/>
              <a:gd name="connsiteX22" fmla="*/ 857250 w 1685033"/>
              <a:gd name="connsiteY22" fmla="*/ 361950 h 1225550"/>
              <a:gd name="connsiteX23" fmla="*/ 692150 w 1685033"/>
              <a:gd name="connsiteY23" fmla="*/ 368300 h 1225550"/>
              <a:gd name="connsiteX24" fmla="*/ 666750 w 1685033"/>
              <a:gd name="connsiteY24" fmla="*/ 374650 h 1225550"/>
              <a:gd name="connsiteX25" fmla="*/ 641350 w 1685033"/>
              <a:gd name="connsiteY25" fmla="*/ 412750 h 1225550"/>
              <a:gd name="connsiteX26" fmla="*/ 622300 w 1685033"/>
              <a:gd name="connsiteY26" fmla="*/ 457200 h 1225550"/>
              <a:gd name="connsiteX27" fmla="*/ 596900 w 1685033"/>
              <a:gd name="connsiteY27" fmla="*/ 482600 h 1225550"/>
              <a:gd name="connsiteX28" fmla="*/ 577850 w 1685033"/>
              <a:gd name="connsiteY28" fmla="*/ 514350 h 1225550"/>
              <a:gd name="connsiteX29" fmla="*/ 520700 w 1685033"/>
              <a:gd name="connsiteY29" fmla="*/ 641350 h 1225550"/>
              <a:gd name="connsiteX30" fmla="*/ 527050 w 1685033"/>
              <a:gd name="connsiteY30" fmla="*/ 730250 h 1225550"/>
              <a:gd name="connsiteX31" fmla="*/ 546100 w 1685033"/>
              <a:gd name="connsiteY31" fmla="*/ 749300 h 1225550"/>
              <a:gd name="connsiteX32" fmla="*/ 558800 w 1685033"/>
              <a:gd name="connsiteY32" fmla="*/ 768350 h 1225550"/>
              <a:gd name="connsiteX33" fmla="*/ 571500 w 1685033"/>
              <a:gd name="connsiteY33" fmla="*/ 793750 h 1225550"/>
              <a:gd name="connsiteX34" fmla="*/ 596900 w 1685033"/>
              <a:gd name="connsiteY34" fmla="*/ 812800 h 1225550"/>
              <a:gd name="connsiteX35" fmla="*/ 609600 w 1685033"/>
              <a:gd name="connsiteY35" fmla="*/ 831850 h 1225550"/>
              <a:gd name="connsiteX36" fmla="*/ 635000 w 1685033"/>
              <a:gd name="connsiteY36" fmla="*/ 857250 h 1225550"/>
              <a:gd name="connsiteX37" fmla="*/ 641350 w 1685033"/>
              <a:gd name="connsiteY37" fmla="*/ 882650 h 1225550"/>
              <a:gd name="connsiteX38" fmla="*/ 654050 w 1685033"/>
              <a:gd name="connsiteY38" fmla="*/ 908050 h 1225550"/>
              <a:gd name="connsiteX39" fmla="*/ 660400 w 1685033"/>
              <a:gd name="connsiteY39" fmla="*/ 927100 h 1225550"/>
              <a:gd name="connsiteX40" fmla="*/ 628650 w 1685033"/>
              <a:gd name="connsiteY40" fmla="*/ 1123950 h 1225550"/>
              <a:gd name="connsiteX41" fmla="*/ 584200 w 1685033"/>
              <a:gd name="connsiteY41" fmla="*/ 1155700 h 1225550"/>
              <a:gd name="connsiteX42" fmla="*/ 501650 w 1685033"/>
              <a:gd name="connsiteY42" fmla="*/ 1206500 h 1225550"/>
              <a:gd name="connsiteX43" fmla="*/ 450850 w 1685033"/>
              <a:gd name="connsiteY43" fmla="*/ 1212850 h 1225550"/>
              <a:gd name="connsiteX44" fmla="*/ 400050 w 1685033"/>
              <a:gd name="connsiteY44" fmla="*/ 1225550 h 1225550"/>
              <a:gd name="connsiteX45" fmla="*/ 76200 w 1685033"/>
              <a:gd name="connsiteY45" fmla="*/ 1219200 h 1225550"/>
              <a:gd name="connsiteX46" fmla="*/ 57150 w 1685033"/>
              <a:gd name="connsiteY46" fmla="*/ 1206500 h 1225550"/>
              <a:gd name="connsiteX47" fmla="*/ 38100 w 1685033"/>
              <a:gd name="connsiteY47" fmla="*/ 1200150 h 1225550"/>
              <a:gd name="connsiteX48" fmla="*/ 0 w 1685033"/>
              <a:gd name="connsiteY48" fmla="*/ 1181100 h 1225550"/>
              <a:gd name="connsiteX0" fmla="*/ 996950 w 1685033"/>
              <a:gd name="connsiteY0" fmla="*/ 0 h 1225550"/>
              <a:gd name="connsiteX1" fmla="*/ 1073150 w 1685033"/>
              <a:gd name="connsiteY1" fmla="*/ 107950 h 1225550"/>
              <a:gd name="connsiteX2" fmla="*/ 1111250 w 1685033"/>
              <a:gd name="connsiteY2" fmla="*/ 146050 h 1225550"/>
              <a:gd name="connsiteX3" fmla="*/ 1149350 w 1685033"/>
              <a:gd name="connsiteY3" fmla="*/ 165100 h 1225550"/>
              <a:gd name="connsiteX4" fmla="*/ 1225550 w 1685033"/>
              <a:gd name="connsiteY4" fmla="*/ 184150 h 1225550"/>
              <a:gd name="connsiteX5" fmla="*/ 1295400 w 1685033"/>
              <a:gd name="connsiteY5" fmla="*/ 196850 h 1225550"/>
              <a:gd name="connsiteX6" fmla="*/ 1492250 w 1685033"/>
              <a:gd name="connsiteY6" fmla="*/ 234950 h 1225550"/>
              <a:gd name="connsiteX7" fmla="*/ 1581150 w 1685033"/>
              <a:gd name="connsiteY7" fmla="*/ 285750 h 1225550"/>
              <a:gd name="connsiteX8" fmla="*/ 1657350 w 1685033"/>
              <a:gd name="connsiteY8" fmla="*/ 374650 h 1225550"/>
              <a:gd name="connsiteX9" fmla="*/ 1676400 w 1685033"/>
              <a:gd name="connsiteY9" fmla="*/ 444500 h 1225550"/>
              <a:gd name="connsiteX10" fmla="*/ 1682750 w 1685033"/>
              <a:gd name="connsiteY10" fmla="*/ 679450 h 1225550"/>
              <a:gd name="connsiteX11" fmla="*/ 1638300 w 1685033"/>
              <a:gd name="connsiteY11" fmla="*/ 755650 h 1225550"/>
              <a:gd name="connsiteX12" fmla="*/ 1530350 w 1685033"/>
              <a:gd name="connsiteY12" fmla="*/ 806450 h 1225550"/>
              <a:gd name="connsiteX13" fmla="*/ 1231900 w 1685033"/>
              <a:gd name="connsiteY13" fmla="*/ 787400 h 1225550"/>
              <a:gd name="connsiteX14" fmla="*/ 1130300 w 1685033"/>
              <a:gd name="connsiteY14" fmla="*/ 685800 h 1225550"/>
              <a:gd name="connsiteX15" fmla="*/ 1066800 w 1685033"/>
              <a:gd name="connsiteY15" fmla="*/ 571500 h 1225550"/>
              <a:gd name="connsiteX16" fmla="*/ 1028700 w 1685033"/>
              <a:gd name="connsiteY16" fmla="*/ 482600 h 1225550"/>
              <a:gd name="connsiteX17" fmla="*/ 1009650 w 1685033"/>
              <a:gd name="connsiteY17" fmla="*/ 431800 h 1225550"/>
              <a:gd name="connsiteX18" fmla="*/ 971550 w 1685033"/>
              <a:gd name="connsiteY18" fmla="*/ 412750 h 1225550"/>
              <a:gd name="connsiteX19" fmla="*/ 927100 w 1685033"/>
              <a:gd name="connsiteY19" fmla="*/ 381000 h 1225550"/>
              <a:gd name="connsiteX20" fmla="*/ 901700 w 1685033"/>
              <a:gd name="connsiteY20" fmla="*/ 374650 h 1225550"/>
              <a:gd name="connsiteX21" fmla="*/ 857250 w 1685033"/>
              <a:gd name="connsiteY21" fmla="*/ 361950 h 1225550"/>
              <a:gd name="connsiteX22" fmla="*/ 692150 w 1685033"/>
              <a:gd name="connsiteY22" fmla="*/ 368300 h 1225550"/>
              <a:gd name="connsiteX23" fmla="*/ 666750 w 1685033"/>
              <a:gd name="connsiteY23" fmla="*/ 374650 h 1225550"/>
              <a:gd name="connsiteX24" fmla="*/ 641350 w 1685033"/>
              <a:gd name="connsiteY24" fmla="*/ 412750 h 1225550"/>
              <a:gd name="connsiteX25" fmla="*/ 622300 w 1685033"/>
              <a:gd name="connsiteY25" fmla="*/ 457200 h 1225550"/>
              <a:gd name="connsiteX26" fmla="*/ 596900 w 1685033"/>
              <a:gd name="connsiteY26" fmla="*/ 482600 h 1225550"/>
              <a:gd name="connsiteX27" fmla="*/ 577850 w 1685033"/>
              <a:gd name="connsiteY27" fmla="*/ 514350 h 1225550"/>
              <a:gd name="connsiteX28" fmla="*/ 520700 w 1685033"/>
              <a:gd name="connsiteY28" fmla="*/ 641350 h 1225550"/>
              <a:gd name="connsiteX29" fmla="*/ 527050 w 1685033"/>
              <a:gd name="connsiteY29" fmla="*/ 730250 h 1225550"/>
              <a:gd name="connsiteX30" fmla="*/ 546100 w 1685033"/>
              <a:gd name="connsiteY30" fmla="*/ 749300 h 1225550"/>
              <a:gd name="connsiteX31" fmla="*/ 558800 w 1685033"/>
              <a:gd name="connsiteY31" fmla="*/ 768350 h 1225550"/>
              <a:gd name="connsiteX32" fmla="*/ 571500 w 1685033"/>
              <a:gd name="connsiteY32" fmla="*/ 793750 h 1225550"/>
              <a:gd name="connsiteX33" fmla="*/ 596900 w 1685033"/>
              <a:gd name="connsiteY33" fmla="*/ 812800 h 1225550"/>
              <a:gd name="connsiteX34" fmla="*/ 609600 w 1685033"/>
              <a:gd name="connsiteY34" fmla="*/ 831850 h 1225550"/>
              <a:gd name="connsiteX35" fmla="*/ 635000 w 1685033"/>
              <a:gd name="connsiteY35" fmla="*/ 857250 h 1225550"/>
              <a:gd name="connsiteX36" fmla="*/ 641350 w 1685033"/>
              <a:gd name="connsiteY36" fmla="*/ 882650 h 1225550"/>
              <a:gd name="connsiteX37" fmla="*/ 654050 w 1685033"/>
              <a:gd name="connsiteY37" fmla="*/ 908050 h 1225550"/>
              <a:gd name="connsiteX38" fmla="*/ 660400 w 1685033"/>
              <a:gd name="connsiteY38" fmla="*/ 927100 h 1225550"/>
              <a:gd name="connsiteX39" fmla="*/ 628650 w 1685033"/>
              <a:gd name="connsiteY39" fmla="*/ 1123950 h 1225550"/>
              <a:gd name="connsiteX40" fmla="*/ 584200 w 1685033"/>
              <a:gd name="connsiteY40" fmla="*/ 1155700 h 1225550"/>
              <a:gd name="connsiteX41" fmla="*/ 501650 w 1685033"/>
              <a:gd name="connsiteY41" fmla="*/ 1206500 h 1225550"/>
              <a:gd name="connsiteX42" fmla="*/ 450850 w 1685033"/>
              <a:gd name="connsiteY42" fmla="*/ 1212850 h 1225550"/>
              <a:gd name="connsiteX43" fmla="*/ 400050 w 1685033"/>
              <a:gd name="connsiteY43" fmla="*/ 1225550 h 1225550"/>
              <a:gd name="connsiteX44" fmla="*/ 76200 w 1685033"/>
              <a:gd name="connsiteY44" fmla="*/ 1219200 h 1225550"/>
              <a:gd name="connsiteX45" fmla="*/ 57150 w 1685033"/>
              <a:gd name="connsiteY45" fmla="*/ 1206500 h 1225550"/>
              <a:gd name="connsiteX46" fmla="*/ 38100 w 1685033"/>
              <a:gd name="connsiteY46" fmla="*/ 1200150 h 1225550"/>
              <a:gd name="connsiteX47" fmla="*/ 0 w 1685033"/>
              <a:gd name="connsiteY47" fmla="*/ 1181100 h 1225550"/>
              <a:gd name="connsiteX0" fmla="*/ 996950 w 1685033"/>
              <a:gd name="connsiteY0" fmla="*/ 0 h 1225550"/>
              <a:gd name="connsiteX1" fmla="*/ 1073150 w 1685033"/>
              <a:gd name="connsiteY1" fmla="*/ 107950 h 1225550"/>
              <a:gd name="connsiteX2" fmla="*/ 1111250 w 1685033"/>
              <a:gd name="connsiteY2" fmla="*/ 146050 h 1225550"/>
              <a:gd name="connsiteX3" fmla="*/ 1149350 w 1685033"/>
              <a:gd name="connsiteY3" fmla="*/ 165100 h 1225550"/>
              <a:gd name="connsiteX4" fmla="*/ 1225550 w 1685033"/>
              <a:gd name="connsiteY4" fmla="*/ 184150 h 1225550"/>
              <a:gd name="connsiteX5" fmla="*/ 1295400 w 1685033"/>
              <a:gd name="connsiteY5" fmla="*/ 196850 h 1225550"/>
              <a:gd name="connsiteX6" fmla="*/ 1492250 w 1685033"/>
              <a:gd name="connsiteY6" fmla="*/ 234950 h 1225550"/>
              <a:gd name="connsiteX7" fmla="*/ 1581150 w 1685033"/>
              <a:gd name="connsiteY7" fmla="*/ 285750 h 1225550"/>
              <a:gd name="connsiteX8" fmla="*/ 1657350 w 1685033"/>
              <a:gd name="connsiteY8" fmla="*/ 374650 h 1225550"/>
              <a:gd name="connsiteX9" fmla="*/ 1676400 w 1685033"/>
              <a:gd name="connsiteY9" fmla="*/ 444500 h 1225550"/>
              <a:gd name="connsiteX10" fmla="*/ 1682750 w 1685033"/>
              <a:gd name="connsiteY10" fmla="*/ 679450 h 1225550"/>
              <a:gd name="connsiteX11" fmla="*/ 1638300 w 1685033"/>
              <a:gd name="connsiteY11" fmla="*/ 755650 h 1225550"/>
              <a:gd name="connsiteX12" fmla="*/ 1530350 w 1685033"/>
              <a:gd name="connsiteY12" fmla="*/ 806450 h 1225550"/>
              <a:gd name="connsiteX13" fmla="*/ 1231900 w 1685033"/>
              <a:gd name="connsiteY13" fmla="*/ 787400 h 1225550"/>
              <a:gd name="connsiteX14" fmla="*/ 1130300 w 1685033"/>
              <a:gd name="connsiteY14" fmla="*/ 685800 h 1225550"/>
              <a:gd name="connsiteX15" fmla="*/ 1066800 w 1685033"/>
              <a:gd name="connsiteY15" fmla="*/ 571500 h 1225550"/>
              <a:gd name="connsiteX16" fmla="*/ 1028700 w 1685033"/>
              <a:gd name="connsiteY16" fmla="*/ 482600 h 1225550"/>
              <a:gd name="connsiteX17" fmla="*/ 1009650 w 1685033"/>
              <a:gd name="connsiteY17" fmla="*/ 431800 h 1225550"/>
              <a:gd name="connsiteX18" fmla="*/ 927100 w 1685033"/>
              <a:gd name="connsiteY18" fmla="*/ 381000 h 1225550"/>
              <a:gd name="connsiteX19" fmla="*/ 901700 w 1685033"/>
              <a:gd name="connsiteY19" fmla="*/ 374650 h 1225550"/>
              <a:gd name="connsiteX20" fmla="*/ 857250 w 1685033"/>
              <a:gd name="connsiteY20" fmla="*/ 361950 h 1225550"/>
              <a:gd name="connsiteX21" fmla="*/ 692150 w 1685033"/>
              <a:gd name="connsiteY21" fmla="*/ 368300 h 1225550"/>
              <a:gd name="connsiteX22" fmla="*/ 666750 w 1685033"/>
              <a:gd name="connsiteY22" fmla="*/ 374650 h 1225550"/>
              <a:gd name="connsiteX23" fmla="*/ 641350 w 1685033"/>
              <a:gd name="connsiteY23" fmla="*/ 412750 h 1225550"/>
              <a:gd name="connsiteX24" fmla="*/ 622300 w 1685033"/>
              <a:gd name="connsiteY24" fmla="*/ 457200 h 1225550"/>
              <a:gd name="connsiteX25" fmla="*/ 596900 w 1685033"/>
              <a:gd name="connsiteY25" fmla="*/ 482600 h 1225550"/>
              <a:gd name="connsiteX26" fmla="*/ 577850 w 1685033"/>
              <a:gd name="connsiteY26" fmla="*/ 514350 h 1225550"/>
              <a:gd name="connsiteX27" fmla="*/ 520700 w 1685033"/>
              <a:gd name="connsiteY27" fmla="*/ 641350 h 1225550"/>
              <a:gd name="connsiteX28" fmla="*/ 527050 w 1685033"/>
              <a:gd name="connsiteY28" fmla="*/ 730250 h 1225550"/>
              <a:gd name="connsiteX29" fmla="*/ 546100 w 1685033"/>
              <a:gd name="connsiteY29" fmla="*/ 749300 h 1225550"/>
              <a:gd name="connsiteX30" fmla="*/ 558800 w 1685033"/>
              <a:gd name="connsiteY30" fmla="*/ 768350 h 1225550"/>
              <a:gd name="connsiteX31" fmla="*/ 571500 w 1685033"/>
              <a:gd name="connsiteY31" fmla="*/ 793750 h 1225550"/>
              <a:gd name="connsiteX32" fmla="*/ 596900 w 1685033"/>
              <a:gd name="connsiteY32" fmla="*/ 812800 h 1225550"/>
              <a:gd name="connsiteX33" fmla="*/ 609600 w 1685033"/>
              <a:gd name="connsiteY33" fmla="*/ 831850 h 1225550"/>
              <a:gd name="connsiteX34" fmla="*/ 635000 w 1685033"/>
              <a:gd name="connsiteY34" fmla="*/ 857250 h 1225550"/>
              <a:gd name="connsiteX35" fmla="*/ 641350 w 1685033"/>
              <a:gd name="connsiteY35" fmla="*/ 882650 h 1225550"/>
              <a:gd name="connsiteX36" fmla="*/ 654050 w 1685033"/>
              <a:gd name="connsiteY36" fmla="*/ 908050 h 1225550"/>
              <a:gd name="connsiteX37" fmla="*/ 660400 w 1685033"/>
              <a:gd name="connsiteY37" fmla="*/ 927100 h 1225550"/>
              <a:gd name="connsiteX38" fmla="*/ 628650 w 1685033"/>
              <a:gd name="connsiteY38" fmla="*/ 1123950 h 1225550"/>
              <a:gd name="connsiteX39" fmla="*/ 584200 w 1685033"/>
              <a:gd name="connsiteY39" fmla="*/ 1155700 h 1225550"/>
              <a:gd name="connsiteX40" fmla="*/ 501650 w 1685033"/>
              <a:gd name="connsiteY40" fmla="*/ 1206500 h 1225550"/>
              <a:gd name="connsiteX41" fmla="*/ 450850 w 1685033"/>
              <a:gd name="connsiteY41" fmla="*/ 1212850 h 1225550"/>
              <a:gd name="connsiteX42" fmla="*/ 400050 w 1685033"/>
              <a:gd name="connsiteY42" fmla="*/ 1225550 h 1225550"/>
              <a:gd name="connsiteX43" fmla="*/ 76200 w 1685033"/>
              <a:gd name="connsiteY43" fmla="*/ 1219200 h 1225550"/>
              <a:gd name="connsiteX44" fmla="*/ 57150 w 1685033"/>
              <a:gd name="connsiteY44" fmla="*/ 1206500 h 1225550"/>
              <a:gd name="connsiteX45" fmla="*/ 38100 w 1685033"/>
              <a:gd name="connsiteY45" fmla="*/ 1200150 h 1225550"/>
              <a:gd name="connsiteX46" fmla="*/ 0 w 1685033"/>
              <a:gd name="connsiteY46" fmla="*/ 1181100 h 1225550"/>
              <a:gd name="connsiteX0" fmla="*/ 996950 w 1685033"/>
              <a:gd name="connsiteY0" fmla="*/ 0 h 1225550"/>
              <a:gd name="connsiteX1" fmla="*/ 1073150 w 1685033"/>
              <a:gd name="connsiteY1" fmla="*/ 107950 h 1225550"/>
              <a:gd name="connsiteX2" fmla="*/ 1111250 w 1685033"/>
              <a:gd name="connsiteY2" fmla="*/ 146050 h 1225550"/>
              <a:gd name="connsiteX3" fmla="*/ 1149350 w 1685033"/>
              <a:gd name="connsiteY3" fmla="*/ 165100 h 1225550"/>
              <a:gd name="connsiteX4" fmla="*/ 1225550 w 1685033"/>
              <a:gd name="connsiteY4" fmla="*/ 184150 h 1225550"/>
              <a:gd name="connsiteX5" fmla="*/ 1295400 w 1685033"/>
              <a:gd name="connsiteY5" fmla="*/ 196850 h 1225550"/>
              <a:gd name="connsiteX6" fmla="*/ 1492250 w 1685033"/>
              <a:gd name="connsiteY6" fmla="*/ 234950 h 1225550"/>
              <a:gd name="connsiteX7" fmla="*/ 1581150 w 1685033"/>
              <a:gd name="connsiteY7" fmla="*/ 285750 h 1225550"/>
              <a:gd name="connsiteX8" fmla="*/ 1657350 w 1685033"/>
              <a:gd name="connsiteY8" fmla="*/ 374650 h 1225550"/>
              <a:gd name="connsiteX9" fmla="*/ 1676400 w 1685033"/>
              <a:gd name="connsiteY9" fmla="*/ 444500 h 1225550"/>
              <a:gd name="connsiteX10" fmla="*/ 1682750 w 1685033"/>
              <a:gd name="connsiteY10" fmla="*/ 679450 h 1225550"/>
              <a:gd name="connsiteX11" fmla="*/ 1638300 w 1685033"/>
              <a:gd name="connsiteY11" fmla="*/ 755650 h 1225550"/>
              <a:gd name="connsiteX12" fmla="*/ 1530350 w 1685033"/>
              <a:gd name="connsiteY12" fmla="*/ 806450 h 1225550"/>
              <a:gd name="connsiteX13" fmla="*/ 1231900 w 1685033"/>
              <a:gd name="connsiteY13" fmla="*/ 787400 h 1225550"/>
              <a:gd name="connsiteX14" fmla="*/ 1130300 w 1685033"/>
              <a:gd name="connsiteY14" fmla="*/ 685800 h 1225550"/>
              <a:gd name="connsiteX15" fmla="*/ 1066800 w 1685033"/>
              <a:gd name="connsiteY15" fmla="*/ 571500 h 1225550"/>
              <a:gd name="connsiteX16" fmla="*/ 1028700 w 1685033"/>
              <a:gd name="connsiteY16" fmla="*/ 482600 h 1225550"/>
              <a:gd name="connsiteX17" fmla="*/ 1009650 w 1685033"/>
              <a:gd name="connsiteY17" fmla="*/ 431800 h 1225550"/>
              <a:gd name="connsiteX18" fmla="*/ 927100 w 1685033"/>
              <a:gd name="connsiteY18" fmla="*/ 381000 h 1225550"/>
              <a:gd name="connsiteX19" fmla="*/ 857250 w 1685033"/>
              <a:gd name="connsiteY19" fmla="*/ 361950 h 1225550"/>
              <a:gd name="connsiteX20" fmla="*/ 692150 w 1685033"/>
              <a:gd name="connsiteY20" fmla="*/ 368300 h 1225550"/>
              <a:gd name="connsiteX21" fmla="*/ 666750 w 1685033"/>
              <a:gd name="connsiteY21" fmla="*/ 374650 h 1225550"/>
              <a:gd name="connsiteX22" fmla="*/ 641350 w 1685033"/>
              <a:gd name="connsiteY22" fmla="*/ 412750 h 1225550"/>
              <a:gd name="connsiteX23" fmla="*/ 622300 w 1685033"/>
              <a:gd name="connsiteY23" fmla="*/ 457200 h 1225550"/>
              <a:gd name="connsiteX24" fmla="*/ 596900 w 1685033"/>
              <a:gd name="connsiteY24" fmla="*/ 482600 h 1225550"/>
              <a:gd name="connsiteX25" fmla="*/ 577850 w 1685033"/>
              <a:gd name="connsiteY25" fmla="*/ 514350 h 1225550"/>
              <a:gd name="connsiteX26" fmla="*/ 520700 w 1685033"/>
              <a:gd name="connsiteY26" fmla="*/ 641350 h 1225550"/>
              <a:gd name="connsiteX27" fmla="*/ 527050 w 1685033"/>
              <a:gd name="connsiteY27" fmla="*/ 730250 h 1225550"/>
              <a:gd name="connsiteX28" fmla="*/ 546100 w 1685033"/>
              <a:gd name="connsiteY28" fmla="*/ 749300 h 1225550"/>
              <a:gd name="connsiteX29" fmla="*/ 558800 w 1685033"/>
              <a:gd name="connsiteY29" fmla="*/ 768350 h 1225550"/>
              <a:gd name="connsiteX30" fmla="*/ 571500 w 1685033"/>
              <a:gd name="connsiteY30" fmla="*/ 793750 h 1225550"/>
              <a:gd name="connsiteX31" fmla="*/ 596900 w 1685033"/>
              <a:gd name="connsiteY31" fmla="*/ 812800 h 1225550"/>
              <a:gd name="connsiteX32" fmla="*/ 609600 w 1685033"/>
              <a:gd name="connsiteY32" fmla="*/ 831850 h 1225550"/>
              <a:gd name="connsiteX33" fmla="*/ 635000 w 1685033"/>
              <a:gd name="connsiteY33" fmla="*/ 857250 h 1225550"/>
              <a:gd name="connsiteX34" fmla="*/ 641350 w 1685033"/>
              <a:gd name="connsiteY34" fmla="*/ 882650 h 1225550"/>
              <a:gd name="connsiteX35" fmla="*/ 654050 w 1685033"/>
              <a:gd name="connsiteY35" fmla="*/ 908050 h 1225550"/>
              <a:gd name="connsiteX36" fmla="*/ 660400 w 1685033"/>
              <a:gd name="connsiteY36" fmla="*/ 927100 h 1225550"/>
              <a:gd name="connsiteX37" fmla="*/ 628650 w 1685033"/>
              <a:gd name="connsiteY37" fmla="*/ 1123950 h 1225550"/>
              <a:gd name="connsiteX38" fmla="*/ 584200 w 1685033"/>
              <a:gd name="connsiteY38" fmla="*/ 1155700 h 1225550"/>
              <a:gd name="connsiteX39" fmla="*/ 501650 w 1685033"/>
              <a:gd name="connsiteY39" fmla="*/ 1206500 h 1225550"/>
              <a:gd name="connsiteX40" fmla="*/ 450850 w 1685033"/>
              <a:gd name="connsiteY40" fmla="*/ 1212850 h 1225550"/>
              <a:gd name="connsiteX41" fmla="*/ 400050 w 1685033"/>
              <a:gd name="connsiteY41" fmla="*/ 1225550 h 1225550"/>
              <a:gd name="connsiteX42" fmla="*/ 76200 w 1685033"/>
              <a:gd name="connsiteY42" fmla="*/ 1219200 h 1225550"/>
              <a:gd name="connsiteX43" fmla="*/ 57150 w 1685033"/>
              <a:gd name="connsiteY43" fmla="*/ 1206500 h 1225550"/>
              <a:gd name="connsiteX44" fmla="*/ 38100 w 1685033"/>
              <a:gd name="connsiteY44" fmla="*/ 1200150 h 1225550"/>
              <a:gd name="connsiteX45" fmla="*/ 0 w 1685033"/>
              <a:gd name="connsiteY45" fmla="*/ 1181100 h 1225550"/>
              <a:gd name="connsiteX0" fmla="*/ 996950 w 1685033"/>
              <a:gd name="connsiteY0" fmla="*/ 0 h 1225550"/>
              <a:gd name="connsiteX1" fmla="*/ 1073150 w 1685033"/>
              <a:gd name="connsiteY1" fmla="*/ 107950 h 1225550"/>
              <a:gd name="connsiteX2" fmla="*/ 1111250 w 1685033"/>
              <a:gd name="connsiteY2" fmla="*/ 146050 h 1225550"/>
              <a:gd name="connsiteX3" fmla="*/ 1149350 w 1685033"/>
              <a:gd name="connsiteY3" fmla="*/ 165100 h 1225550"/>
              <a:gd name="connsiteX4" fmla="*/ 1225550 w 1685033"/>
              <a:gd name="connsiteY4" fmla="*/ 184150 h 1225550"/>
              <a:gd name="connsiteX5" fmla="*/ 1295400 w 1685033"/>
              <a:gd name="connsiteY5" fmla="*/ 196850 h 1225550"/>
              <a:gd name="connsiteX6" fmla="*/ 1492250 w 1685033"/>
              <a:gd name="connsiteY6" fmla="*/ 234950 h 1225550"/>
              <a:gd name="connsiteX7" fmla="*/ 1581150 w 1685033"/>
              <a:gd name="connsiteY7" fmla="*/ 285750 h 1225550"/>
              <a:gd name="connsiteX8" fmla="*/ 1657350 w 1685033"/>
              <a:gd name="connsiteY8" fmla="*/ 374650 h 1225550"/>
              <a:gd name="connsiteX9" fmla="*/ 1676400 w 1685033"/>
              <a:gd name="connsiteY9" fmla="*/ 444500 h 1225550"/>
              <a:gd name="connsiteX10" fmla="*/ 1682750 w 1685033"/>
              <a:gd name="connsiteY10" fmla="*/ 679450 h 1225550"/>
              <a:gd name="connsiteX11" fmla="*/ 1638300 w 1685033"/>
              <a:gd name="connsiteY11" fmla="*/ 755650 h 1225550"/>
              <a:gd name="connsiteX12" fmla="*/ 1530350 w 1685033"/>
              <a:gd name="connsiteY12" fmla="*/ 806450 h 1225550"/>
              <a:gd name="connsiteX13" fmla="*/ 1231900 w 1685033"/>
              <a:gd name="connsiteY13" fmla="*/ 787400 h 1225550"/>
              <a:gd name="connsiteX14" fmla="*/ 1130300 w 1685033"/>
              <a:gd name="connsiteY14" fmla="*/ 685800 h 1225550"/>
              <a:gd name="connsiteX15" fmla="*/ 1066800 w 1685033"/>
              <a:gd name="connsiteY15" fmla="*/ 571500 h 1225550"/>
              <a:gd name="connsiteX16" fmla="*/ 1028700 w 1685033"/>
              <a:gd name="connsiteY16" fmla="*/ 482600 h 1225550"/>
              <a:gd name="connsiteX17" fmla="*/ 1009650 w 1685033"/>
              <a:gd name="connsiteY17" fmla="*/ 431800 h 1225550"/>
              <a:gd name="connsiteX18" fmla="*/ 927100 w 1685033"/>
              <a:gd name="connsiteY18" fmla="*/ 381000 h 1225550"/>
              <a:gd name="connsiteX19" fmla="*/ 857250 w 1685033"/>
              <a:gd name="connsiteY19" fmla="*/ 361950 h 1225550"/>
              <a:gd name="connsiteX20" fmla="*/ 692150 w 1685033"/>
              <a:gd name="connsiteY20" fmla="*/ 368300 h 1225550"/>
              <a:gd name="connsiteX21" fmla="*/ 641350 w 1685033"/>
              <a:gd name="connsiteY21" fmla="*/ 412750 h 1225550"/>
              <a:gd name="connsiteX22" fmla="*/ 622300 w 1685033"/>
              <a:gd name="connsiteY22" fmla="*/ 457200 h 1225550"/>
              <a:gd name="connsiteX23" fmla="*/ 596900 w 1685033"/>
              <a:gd name="connsiteY23" fmla="*/ 482600 h 1225550"/>
              <a:gd name="connsiteX24" fmla="*/ 577850 w 1685033"/>
              <a:gd name="connsiteY24" fmla="*/ 514350 h 1225550"/>
              <a:gd name="connsiteX25" fmla="*/ 520700 w 1685033"/>
              <a:gd name="connsiteY25" fmla="*/ 641350 h 1225550"/>
              <a:gd name="connsiteX26" fmla="*/ 527050 w 1685033"/>
              <a:gd name="connsiteY26" fmla="*/ 730250 h 1225550"/>
              <a:gd name="connsiteX27" fmla="*/ 546100 w 1685033"/>
              <a:gd name="connsiteY27" fmla="*/ 749300 h 1225550"/>
              <a:gd name="connsiteX28" fmla="*/ 558800 w 1685033"/>
              <a:gd name="connsiteY28" fmla="*/ 768350 h 1225550"/>
              <a:gd name="connsiteX29" fmla="*/ 571500 w 1685033"/>
              <a:gd name="connsiteY29" fmla="*/ 793750 h 1225550"/>
              <a:gd name="connsiteX30" fmla="*/ 596900 w 1685033"/>
              <a:gd name="connsiteY30" fmla="*/ 812800 h 1225550"/>
              <a:gd name="connsiteX31" fmla="*/ 609600 w 1685033"/>
              <a:gd name="connsiteY31" fmla="*/ 831850 h 1225550"/>
              <a:gd name="connsiteX32" fmla="*/ 635000 w 1685033"/>
              <a:gd name="connsiteY32" fmla="*/ 857250 h 1225550"/>
              <a:gd name="connsiteX33" fmla="*/ 641350 w 1685033"/>
              <a:gd name="connsiteY33" fmla="*/ 882650 h 1225550"/>
              <a:gd name="connsiteX34" fmla="*/ 654050 w 1685033"/>
              <a:gd name="connsiteY34" fmla="*/ 908050 h 1225550"/>
              <a:gd name="connsiteX35" fmla="*/ 660400 w 1685033"/>
              <a:gd name="connsiteY35" fmla="*/ 927100 h 1225550"/>
              <a:gd name="connsiteX36" fmla="*/ 628650 w 1685033"/>
              <a:gd name="connsiteY36" fmla="*/ 1123950 h 1225550"/>
              <a:gd name="connsiteX37" fmla="*/ 584200 w 1685033"/>
              <a:gd name="connsiteY37" fmla="*/ 1155700 h 1225550"/>
              <a:gd name="connsiteX38" fmla="*/ 501650 w 1685033"/>
              <a:gd name="connsiteY38" fmla="*/ 1206500 h 1225550"/>
              <a:gd name="connsiteX39" fmla="*/ 450850 w 1685033"/>
              <a:gd name="connsiteY39" fmla="*/ 1212850 h 1225550"/>
              <a:gd name="connsiteX40" fmla="*/ 400050 w 1685033"/>
              <a:gd name="connsiteY40" fmla="*/ 1225550 h 1225550"/>
              <a:gd name="connsiteX41" fmla="*/ 76200 w 1685033"/>
              <a:gd name="connsiteY41" fmla="*/ 1219200 h 1225550"/>
              <a:gd name="connsiteX42" fmla="*/ 57150 w 1685033"/>
              <a:gd name="connsiteY42" fmla="*/ 1206500 h 1225550"/>
              <a:gd name="connsiteX43" fmla="*/ 38100 w 1685033"/>
              <a:gd name="connsiteY43" fmla="*/ 1200150 h 1225550"/>
              <a:gd name="connsiteX44" fmla="*/ 0 w 1685033"/>
              <a:gd name="connsiteY44" fmla="*/ 1181100 h 1225550"/>
              <a:gd name="connsiteX0" fmla="*/ 996950 w 1685033"/>
              <a:gd name="connsiteY0" fmla="*/ 0 h 1225550"/>
              <a:gd name="connsiteX1" fmla="*/ 1073150 w 1685033"/>
              <a:gd name="connsiteY1" fmla="*/ 107950 h 1225550"/>
              <a:gd name="connsiteX2" fmla="*/ 1111250 w 1685033"/>
              <a:gd name="connsiteY2" fmla="*/ 146050 h 1225550"/>
              <a:gd name="connsiteX3" fmla="*/ 1149350 w 1685033"/>
              <a:gd name="connsiteY3" fmla="*/ 165100 h 1225550"/>
              <a:gd name="connsiteX4" fmla="*/ 1225550 w 1685033"/>
              <a:gd name="connsiteY4" fmla="*/ 184150 h 1225550"/>
              <a:gd name="connsiteX5" fmla="*/ 1295400 w 1685033"/>
              <a:gd name="connsiteY5" fmla="*/ 196850 h 1225550"/>
              <a:gd name="connsiteX6" fmla="*/ 1492250 w 1685033"/>
              <a:gd name="connsiteY6" fmla="*/ 234950 h 1225550"/>
              <a:gd name="connsiteX7" fmla="*/ 1581150 w 1685033"/>
              <a:gd name="connsiteY7" fmla="*/ 285750 h 1225550"/>
              <a:gd name="connsiteX8" fmla="*/ 1657350 w 1685033"/>
              <a:gd name="connsiteY8" fmla="*/ 374650 h 1225550"/>
              <a:gd name="connsiteX9" fmla="*/ 1676400 w 1685033"/>
              <a:gd name="connsiteY9" fmla="*/ 444500 h 1225550"/>
              <a:gd name="connsiteX10" fmla="*/ 1682750 w 1685033"/>
              <a:gd name="connsiteY10" fmla="*/ 679450 h 1225550"/>
              <a:gd name="connsiteX11" fmla="*/ 1638300 w 1685033"/>
              <a:gd name="connsiteY11" fmla="*/ 755650 h 1225550"/>
              <a:gd name="connsiteX12" fmla="*/ 1530350 w 1685033"/>
              <a:gd name="connsiteY12" fmla="*/ 806450 h 1225550"/>
              <a:gd name="connsiteX13" fmla="*/ 1231900 w 1685033"/>
              <a:gd name="connsiteY13" fmla="*/ 787400 h 1225550"/>
              <a:gd name="connsiteX14" fmla="*/ 1130300 w 1685033"/>
              <a:gd name="connsiteY14" fmla="*/ 685800 h 1225550"/>
              <a:gd name="connsiteX15" fmla="*/ 1066800 w 1685033"/>
              <a:gd name="connsiteY15" fmla="*/ 571500 h 1225550"/>
              <a:gd name="connsiteX16" fmla="*/ 1028700 w 1685033"/>
              <a:gd name="connsiteY16" fmla="*/ 482600 h 1225550"/>
              <a:gd name="connsiteX17" fmla="*/ 1009650 w 1685033"/>
              <a:gd name="connsiteY17" fmla="*/ 431800 h 1225550"/>
              <a:gd name="connsiteX18" fmla="*/ 927100 w 1685033"/>
              <a:gd name="connsiteY18" fmla="*/ 381000 h 1225550"/>
              <a:gd name="connsiteX19" fmla="*/ 857250 w 1685033"/>
              <a:gd name="connsiteY19" fmla="*/ 361950 h 1225550"/>
              <a:gd name="connsiteX20" fmla="*/ 692150 w 1685033"/>
              <a:gd name="connsiteY20" fmla="*/ 368300 h 1225550"/>
              <a:gd name="connsiteX21" fmla="*/ 641350 w 1685033"/>
              <a:gd name="connsiteY21" fmla="*/ 412750 h 1225550"/>
              <a:gd name="connsiteX22" fmla="*/ 596900 w 1685033"/>
              <a:gd name="connsiteY22" fmla="*/ 482600 h 1225550"/>
              <a:gd name="connsiteX23" fmla="*/ 577850 w 1685033"/>
              <a:gd name="connsiteY23" fmla="*/ 514350 h 1225550"/>
              <a:gd name="connsiteX24" fmla="*/ 520700 w 1685033"/>
              <a:gd name="connsiteY24" fmla="*/ 641350 h 1225550"/>
              <a:gd name="connsiteX25" fmla="*/ 527050 w 1685033"/>
              <a:gd name="connsiteY25" fmla="*/ 730250 h 1225550"/>
              <a:gd name="connsiteX26" fmla="*/ 546100 w 1685033"/>
              <a:gd name="connsiteY26" fmla="*/ 749300 h 1225550"/>
              <a:gd name="connsiteX27" fmla="*/ 558800 w 1685033"/>
              <a:gd name="connsiteY27" fmla="*/ 768350 h 1225550"/>
              <a:gd name="connsiteX28" fmla="*/ 571500 w 1685033"/>
              <a:gd name="connsiteY28" fmla="*/ 793750 h 1225550"/>
              <a:gd name="connsiteX29" fmla="*/ 596900 w 1685033"/>
              <a:gd name="connsiteY29" fmla="*/ 812800 h 1225550"/>
              <a:gd name="connsiteX30" fmla="*/ 609600 w 1685033"/>
              <a:gd name="connsiteY30" fmla="*/ 831850 h 1225550"/>
              <a:gd name="connsiteX31" fmla="*/ 635000 w 1685033"/>
              <a:gd name="connsiteY31" fmla="*/ 857250 h 1225550"/>
              <a:gd name="connsiteX32" fmla="*/ 641350 w 1685033"/>
              <a:gd name="connsiteY32" fmla="*/ 882650 h 1225550"/>
              <a:gd name="connsiteX33" fmla="*/ 654050 w 1685033"/>
              <a:gd name="connsiteY33" fmla="*/ 908050 h 1225550"/>
              <a:gd name="connsiteX34" fmla="*/ 660400 w 1685033"/>
              <a:gd name="connsiteY34" fmla="*/ 927100 h 1225550"/>
              <a:gd name="connsiteX35" fmla="*/ 628650 w 1685033"/>
              <a:gd name="connsiteY35" fmla="*/ 1123950 h 1225550"/>
              <a:gd name="connsiteX36" fmla="*/ 584200 w 1685033"/>
              <a:gd name="connsiteY36" fmla="*/ 1155700 h 1225550"/>
              <a:gd name="connsiteX37" fmla="*/ 501650 w 1685033"/>
              <a:gd name="connsiteY37" fmla="*/ 1206500 h 1225550"/>
              <a:gd name="connsiteX38" fmla="*/ 450850 w 1685033"/>
              <a:gd name="connsiteY38" fmla="*/ 1212850 h 1225550"/>
              <a:gd name="connsiteX39" fmla="*/ 400050 w 1685033"/>
              <a:gd name="connsiteY39" fmla="*/ 1225550 h 1225550"/>
              <a:gd name="connsiteX40" fmla="*/ 76200 w 1685033"/>
              <a:gd name="connsiteY40" fmla="*/ 1219200 h 1225550"/>
              <a:gd name="connsiteX41" fmla="*/ 57150 w 1685033"/>
              <a:gd name="connsiteY41" fmla="*/ 1206500 h 1225550"/>
              <a:gd name="connsiteX42" fmla="*/ 38100 w 1685033"/>
              <a:gd name="connsiteY42" fmla="*/ 1200150 h 1225550"/>
              <a:gd name="connsiteX43" fmla="*/ 0 w 1685033"/>
              <a:gd name="connsiteY43" fmla="*/ 1181100 h 1225550"/>
              <a:gd name="connsiteX0" fmla="*/ 996950 w 1685033"/>
              <a:gd name="connsiteY0" fmla="*/ 0 h 1225550"/>
              <a:gd name="connsiteX1" fmla="*/ 1073150 w 1685033"/>
              <a:gd name="connsiteY1" fmla="*/ 107950 h 1225550"/>
              <a:gd name="connsiteX2" fmla="*/ 1111250 w 1685033"/>
              <a:gd name="connsiteY2" fmla="*/ 146050 h 1225550"/>
              <a:gd name="connsiteX3" fmla="*/ 1149350 w 1685033"/>
              <a:gd name="connsiteY3" fmla="*/ 165100 h 1225550"/>
              <a:gd name="connsiteX4" fmla="*/ 1225550 w 1685033"/>
              <a:gd name="connsiteY4" fmla="*/ 184150 h 1225550"/>
              <a:gd name="connsiteX5" fmla="*/ 1295400 w 1685033"/>
              <a:gd name="connsiteY5" fmla="*/ 196850 h 1225550"/>
              <a:gd name="connsiteX6" fmla="*/ 1492250 w 1685033"/>
              <a:gd name="connsiteY6" fmla="*/ 234950 h 1225550"/>
              <a:gd name="connsiteX7" fmla="*/ 1581150 w 1685033"/>
              <a:gd name="connsiteY7" fmla="*/ 285750 h 1225550"/>
              <a:gd name="connsiteX8" fmla="*/ 1657350 w 1685033"/>
              <a:gd name="connsiteY8" fmla="*/ 374650 h 1225550"/>
              <a:gd name="connsiteX9" fmla="*/ 1676400 w 1685033"/>
              <a:gd name="connsiteY9" fmla="*/ 444500 h 1225550"/>
              <a:gd name="connsiteX10" fmla="*/ 1682750 w 1685033"/>
              <a:gd name="connsiteY10" fmla="*/ 679450 h 1225550"/>
              <a:gd name="connsiteX11" fmla="*/ 1638300 w 1685033"/>
              <a:gd name="connsiteY11" fmla="*/ 755650 h 1225550"/>
              <a:gd name="connsiteX12" fmla="*/ 1530350 w 1685033"/>
              <a:gd name="connsiteY12" fmla="*/ 806450 h 1225550"/>
              <a:gd name="connsiteX13" fmla="*/ 1231900 w 1685033"/>
              <a:gd name="connsiteY13" fmla="*/ 787400 h 1225550"/>
              <a:gd name="connsiteX14" fmla="*/ 1130300 w 1685033"/>
              <a:gd name="connsiteY14" fmla="*/ 685800 h 1225550"/>
              <a:gd name="connsiteX15" fmla="*/ 1066800 w 1685033"/>
              <a:gd name="connsiteY15" fmla="*/ 571500 h 1225550"/>
              <a:gd name="connsiteX16" fmla="*/ 1028700 w 1685033"/>
              <a:gd name="connsiteY16" fmla="*/ 482600 h 1225550"/>
              <a:gd name="connsiteX17" fmla="*/ 1009650 w 1685033"/>
              <a:gd name="connsiteY17" fmla="*/ 431800 h 1225550"/>
              <a:gd name="connsiteX18" fmla="*/ 927100 w 1685033"/>
              <a:gd name="connsiteY18" fmla="*/ 381000 h 1225550"/>
              <a:gd name="connsiteX19" fmla="*/ 857250 w 1685033"/>
              <a:gd name="connsiteY19" fmla="*/ 361950 h 1225550"/>
              <a:gd name="connsiteX20" fmla="*/ 692150 w 1685033"/>
              <a:gd name="connsiteY20" fmla="*/ 368300 h 1225550"/>
              <a:gd name="connsiteX21" fmla="*/ 641350 w 1685033"/>
              <a:gd name="connsiteY21" fmla="*/ 412750 h 1225550"/>
              <a:gd name="connsiteX22" fmla="*/ 577850 w 1685033"/>
              <a:gd name="connsiteY22" fmla="*/ 514350 h 1225550"/>
              <a:gd name="connsiteX23" fmla="*/ 520700 w 1685033"/>
              <a:gd name="connsiteY23" fmla="*/ 641350 h 1225550"/>
              <a:gd name="connsiteX24" fmla="*/ 527050 w 1685033"/>
              <a:gd name="connsiteY24" fmla="*/ 730250 h 1225550"/>
              <a:gd name="connsiteX25" fmla="*/ 546100 w 1685033"/>
              <a:gd name="connsiteY25" fmla="*/ 749300 h 1225550"/>
              <a:gd name="connsiteX26" fmla="*/ 558800 w 1685033"/>
              <a:gd name="connsiteY26" fmla="*/ 768350 h 1225550"/>
              <a:gd name="connsiteX27" fmla="*/ 571500 w 1685033"/>
              <a:gd name="connsiteY27" fmla="*/ 793750 h 1225550"/>
              <a:gd name="connsiteX28" fmla="*/ 596900 w 1685033"/>
              <a:gd name="connsiteY28" fmla="*/ 812800 h 1225550"/>
              <a:gd name="connsiteX29" fmla="*/ 609600 w 1685033"/>
              <a:gd name="connsiteY29" fmla="*/ 831850 h 1225550"/>
              <a:gd name="connsiteX30" fmla="*/ 635000 w 1685033"/>
              <a:gd name="connsiteY30" fmla="*/ 857250 h 1225550"/>
              <a:gd name="connsiteX31" fmla="*/ 641350 w 1685033"/>
              <a:gd name="connsiteY31" fmla="*/ 882650 h 1225550"/>
              <a:gd name="connsiteX32" fmla="*/ 654050 w 1685033"/>
              <a:gd name="connsiteY32" fmla="*/ 908050 h 1225550"/>
              <a:gd name="connsiteX33" fmla="*/ 660400 w 1685033"/>
              <a:gd name="connsiteY33" fmla="*/ 927100 h 1225550"/>
              <a:gd name="connsiteX34" fmla="*/ 628650 w 1685033"/>
              <a:gd name="connsiteY34" fmla="*/ 1123950 h 1225550"/>
              <a:gd name="connsiteX35" fmla="*/ 584200 w 1685033"/>
              <a:gd name="connsiteY35" fmla="*/ 1155700 h 1225550"/>
              <a:gd name="connsiteX36" fmla="*/ 501650 w 1685033"/>
              <a:gd name="connsiteY36" fmla="*/ 1206500 h 1225550"/>
              <a:gd name="connsiteX37" fmla="*/ 450850 w 1685033"/>
              <a:gd name="connsiteY37" fmla="*/ 1212850 h 1225550"/>
              <a:gd name="connsiteX38" fmla="*/ 400050 w 1685033"/>
              <a:gd name="connsiteY38" fmla="*/ 1225550 h 1225550"/>
              <a:gd name="connsiteX39" fmla="*/ 76200 w 1685033"/>
              <a:gd name="connsiteY39" fmla="*/ 1219200 h 1225550"/>
              <a:gd name="connsiteX40" fmla="*/ 57150 w 1685033"/>
              <a:gd name="connsiteY40" fmla="*/ 1206500 h 1225550"/>
              <a:gd name="connsiteX41" fmla="*/ 38100 w 1685033"/>
              <a:gd name="connsiteY41" fmla="*/ 1200150 h 1225550"/>
              <a:gd name="connsiteX42" fmla="*/ 0 w 1685033"/>
              <a:gd name="connsiteY42" fmla="*/ 1181100 h 1225550"/>
              <a:gd name="connsiteX0" fmla="*/ 996950 w 1685033"/>
              <a:gd name="connsiteY0" fmla="*/ 0 h 1225550"/>
              <a:gd name="connsiteX1" fmla="*/ 1073150 w 1685033"/>
              <a:gd name="connsiteY1" fmla="*/ 107950 h 1225550"/>
              <a:gd name="connsiteX2" fmla="*/ 1111250 w 1685033"/>
              <a:gd name="connsiteY2" fmla="*/ 146050 h 1225550"/>
              <a:gd name="connsiteX3" fmla="*/ 1149350 w 1685033"/>
              <a:gd name="connsiteY3" fmla="*/ 165100 h 1225550"/>
              <a:gd name="connsiteX4" fmla="*/ 1225550 w 1685033"/>
              <a:gd name="connsiteY4" fmla="*/ 184150 h 1225550"/>
              <a:gd name="connsiteX5" fmla="*/ 1295400 w 1685033"/>
              <a:gd name="connsiteY5" fmla="*/ 196850 h 1225550"/>
              <a:gd name="connsiteX6" fmla="*/ 1492250 w 1685033"/>
              <a:gd name="connsiteY6" fmla="*/ 234950 h 1225550"/>
              <a:gd name="connsiteX7" fmla="*/ 1581150 w 1685033"/>
              <a:gd name="connsiteY7" fmla="*/ 285750 h 1225550"/>
              <a:gd name="connsiteX8" fmla="*/ 1657350 w 1685033"/>
              <a:gd name="connsiteY8" fmla="*/ 374650 h 1225550"/>
              <a:gd name="connsiteX9" fmla="*/ 1676400 w 1685033"/>
              <a:gd name="connsiteY9" fmla="*/ 444500 h 1225550"/>
              <a:gd name="connsiteX10" fmla="*/ 1682750 w 1685033"/>
              <a:gd name="connsiteY10" fmla="*/ 679450 h 1225550"/>
              <a:gd name="connsiteX11" fmla="*/ 1638300 w 1685033"/>
              <a:gd name="connsiteY11" fmla="*/ 755650 h 1225550"/>
              <a:gd name="connsiteX12" fmla="*/ 1530350 w 1685033"/>
              <a:gd name="connsiteY12" fmla="*/ 806450 h 1225550"/>
              <a:gd name="connsiteX13" fmla="*/ 1231900 w 1685033"/>
              <a:gd name="connsiteY13" fmla="*/ 787400 h 1225550"/>
              <a:gd name="connsiteX14" fmla="*/ 1130300 w 1685033"/>
              <a:gd name="connsiteY14" fmla="*/ 685800 h 1225550"/>
              <a:gd name="connsiteX15" fmla="*/ 1066800 w 1685033"/>
              <a:gd name="connsiteY15" fmla="*/ 571500 h 1225550"/>
              <a:gd name="connsiteX16" fmla="*/ 1028700 w 1685033"/>
              <a:gd name="connsiteY16" fmla="*/ 482600 h 1225550"/>
              <a:gd name="connsiteX17" fmla="*/ 1009650 w 1685033"/>
              <a:gd name="connsiteY17" fmla="*/ 431800 h 1225550"/>
              <a:gd name="connsiteX18" fmla="*/ 927100 w 1685033"/>
              <a:gd name="connsiteY18" fmla="*/ 381000 h 1225550"/>
              <a:gd name="connsiteX19" fmla="*/ 857250 w 1685033"/>
              <a:gd name="connsiteY19" fmla="*/ 361950 h 1225550"/>
              <a:gd name="connsiteX20" fmla="*/ 692150 w 1685033"/>
              <a:gd name="connsiteY20" fmla="*/ 368300 h 1225550"/>
              <a:gd name="connsiteX21" fmla="*/ 641350 w 1685033"/>
              <a:gd name="connsiteY21" fmla="*/ 412750 h 1225550"/>
              <a:gd name="connsiteX22" fmla="*/ 577850 w 1685033"/>
              <a:gd name="connsiteY22" fmla="*/ 514350 h 1225550"/>
              <a:gd name="connsiteX23" fmla="*/ 520700 w 1685033"/>
              <a:gd name="connsiteY23" fmla="*/ 641350 h 1225550"/>
              <a:gd name="connsiteX24" fmla="*/ 527050 w 1685033"/>
              <a:gd name="connsiteY24" fmla="*/ 730250 h 1225550"/>
              <a:gd name="connsiteX25" fmla="*/ 546100 w 1685033"/>
              <a:gd name="connsiteY25" fmla="*/ 749300 h 1225550"/>
              <a:gd name="connsiteX26" fmla="*/ 571500 w 1685033"/>
              <a:gd name="connsiteY26" fmla="*/ 793750 h 1225550"/>
              <a:gd name="connsiteX27" fmla="*/ 596900 w 1685033"/>
              <a:gd name="connsiteY27" fmla="*/ 812800 h 1225550"/>
              <a:gd name="connsiteX28" fmla="*/ 609600 w 1685033"/>
              <a:gd name="connsiteY28" fmla="*/ 831850 h 1225550"/>
              <a:gd name="connsiteX29" fmla="*/ 635000 w 1685033"/>
              <a:gd name="connsiteY29" fmla="*/ 857250 h 1225550"/>
              <a:gd name="connsiteX30" fmla="*/ 641350 w 1685033"/>
              <a:gd name="connsiteY30" fmla="*/ 882650 h 1225550"/>
              <a:gd name="connsiteX31" fmla="*/ 654050 w 1685033"/>
              <a:gd name="connsiteY31" fmla="*/ 908050 h 1225550"/>
              <a:gd name="connsiteX32" fmla="*/ 660400 w 1685033"/>
              <a:gd name="connsiteY32" fmla="*/ 927100 h 1225550"/>
              <a:gd name="connsiteX33" fmla="*/ 628650 w 1685033"/>
              <a:gd name="connsiteY33" fmla="*/ 1123950 h 1225550"/>
              <a:gd name="connsiteX34" fmla="*/ 584200 w 1685033"/>
              <a:gd name="connsiteY34" fmla="*/ 1155700 h 1225550"/>
              <a:gd name="connsiteX35" fmla="*/ 501650 w 1685033"/>
              <a:gd name="connsiteY35" fmla="*/ 1206500 h 1225550"/>
              <a:gd name="connsiteX36" fmla="*/ 450850 w 1685033"/>
              <a:gd name="connsiteY36" fmla="*/ 1212850 h 1225550"/>
              <a:gd name="connsiteX37" fmla="*/ 400050 w 1685033"/>
              <a:gd name="connsiteY37" fmla="*/ 1225550 h 1225550"/>
              <a:gd name="connsiteX38" fmla="*/ 76200 w 1685033"/>
              <a:gd name="connsiteY38" fmla="*/ 1219200 h 1225550"/>
              <a:gd name="connsiteX39" fmla="*/ 57150 w 1685033"/>
              <a:gd name="connsiteY39" fmla="*/ 1206500 h 1225550"/>
              <a:gd name="connsiteX40" fmla="*/ 38100 w 1685033"/>
              <a:gd name="connsiteY40" fmla="*/ 1200150 h 1225550"/>
              <a:gd name="connsiteX41" fmla="*/ 0 w 1685033"/>
              <a:gd name="connsiteY41" fmla="*/ 1181100 h 1225550"/>
              <a:gd name="connsiteX0" fmla="*/ 996950 w 1685033"/>
              <a:gd name="connsiteY0" fmla="*/ 0 h 1225550"/>
              <a:gd name="connsiteX1" fmla="*/ 1073150 w 1685033"/>
              <a:gd name="connsiteY1" fmla="*/ 107950 h 1225550"/>
              <a:gd name="connsiteX2" fmla="*/ 1111250 w 1685033"/>
              <a:gd name="connsiteY2" fmla="*/ 146050 h 1225550"/>
              <a:gd name="connsiteX3" fmla="*/ 1149350 w 1685033"/>
              <a:gd name="connsiteY3" fmla="*/ 165100 h 1225550"/>
              <a:gd name="connsiteX4" fmla="*/ 1225550 w 1685033"/>
              <a:gd name="connsiteY4" fmla="*/ 184150 h 1225550"/>
              <a:gd name="connsiteX5" fmla="*/ 1295400 w 1685033"/>
              <a:gd name="connsiteY5" fmla="*/ 196850 h 1225550"/>
              <a:gd name="connsiteX6" fmla="*/ 1492250 w 1685033"/>
              <a:gd name="connsiteY6" fmla="*/ 234950 h 1225550"/>
              <a:gd name="connsiteX7" fmla="*/ 1581150 w 1685033"/>
              <a:gd name="connsiteY7" fmla="*/ 285750 h 1225550"/>
              <a:gd name="connsiteX8" fmla="*/ 1657350 w 1685033"/>
              <a:gd name="connsiteY8" fmla="*/ 374650 h 1225550"/>
              <a:gd name="connsiteX9" fmla="*/ 1676400 w 1685033"/>
              <a:gd name="connsiteY9" fmla="*/ 444500 h 1225550"/>
              <a:gd name="connsiteX10" fmla="*/ 1682750 w 1685033"/>
              <a:gd name="connsiteY10" fmla="*/ 679450 h 1225550"/>
              <a:gd name="connsiteX11" fmla="*/ 1638300 w 1685033"/>
              <a:gd name="connsiteY11" fmla="*/ 755650 h 1225550"/>
              <a:gd name="connsiteX12" fmla="*/ 1530350 w 1685033"/>
              <a:gd name="connsiteY12" fmla="*/ 806450 h 1225550"/>
              <a:gd name="connsiteX13" fmla="*/ 1231900 w 1685033"/>
              <a:gd name="connsiteY13" fmla="*/ 787400 h 1225550"/>
              <a:gd name="connsiteX14" fmla="*/ 1130300 w 1685033"/>
              <a:gd name="connsiteY14" fmla="*/ 685800 h 1225550"/>
              <a:gd name="connsiteX15" fmla="*/ 1066800 w 1685033"/>
              <a:gd name="connsiteY15" fmla="*/ 571500 h 1225550"/>
              <a:gd name="connsiteX16" fmla="*/ 1028700 w 1685033"/>
              <a:gd name="connsiteY16" fmla="*/ 482600 h 1225550"/>
              <a:gd name="connsiteX17" fmla="*/ 1009650 w 1685033"/>
              <a:gd name="connsiteY17" fmla="*/ 431800 h 1225550"/>
              <a:gd name="connsiteX18" fmla="*/ 927100 w 1685033"/>
              <a:gd name="connsiteY18" fmla="*/ 381000 h 1225550"/>
              <a:gd name="connsiteX19" fmla="*/ 857250 w 1685033"/>
              <a:gd name="connsiteY19" fmla="*/ 361950 h 1225550"/>
              <a:gd name="connsiteX20" fmla="*/ 692150 w 1685033"/>
              <a:gd name="connsiteY20" fmla="*/ 368300 h 1225550"/>
              <a:gd name="connsiteX21" fmla="*/ 641350 w 1685033"/>
              <a:gd name="connsiteY21" fmla="*/ 412750 h 1225550"/>
              <a:gd name="connsiteX22" fmla="*/ 577850 w 1685033"/>
              <a:gd name="connsiteY22" fmla="*/ 514350 h 1225550"/>
              <a:gd name="connsiteX23" fmla="*/ 520700 w 1685033"/>
              <a:gd name="connsiteY23" fmla="*/ 641350 h 1225550"/>
              <a:gd name="connsiteX24" fmla="*/ 527050 w 1685033"/>
              <a:gd name="connsiteY24" fmla="*/ 730250 h 1225550"/>
              <a:gd name="connsiteX25" fmla="*/ 546100 w 1685033"/>
              <a:gd name="connsiteY25" fmla="*/ 749300 h 1225550"/>
              <a:gd name="connsiteX26" fmla="*/ 571500 w 1685033"/>
              <a:gd name="connsiteY26" fmla="*/ 793750 h 1225550"/>
              <a:gd name="connsiteX27" fmla="*/ 596900 w 1685033"/>
              <a:gd name="connsiteY27" fmla="*/ 812800 h 1225550"/>
              <a:gd name="connsiteX28" fmla="*/ 635000 w 1685033"/>
              <a:gd name="connsiteY28" fmla="*/ 857250 h 1225550"/>
              <a:gd name="connsiteX29" fmla="*/ 641350 w 1685033"/>
              <a:gd name="connsiteY29" fmla="*/ 882650 h 1225550"/>
              <a:gd name="connsiteX30" fmla="*/ 654050 w 1685033"/>
              <a:gd name="connsiteY30" fmla="*/ 908050 h 1225550"/>
              <a:gd name="connsiteX31" fmla="*/ 660400 w 1685033"/>
              <a:gd name="connsiteY31" fmla="*/ 927100 h 1225550"/>
              <a:gd name="connsiteX32" fmla="*/ 628650 w 1685033"/>
              <a:gd name="connsiteY32" fmla="*/ 1123950 h 1225550"/>
              <a:gd name="connsiteX33" fmla="*/ 584200 w 1685033"/>
              <a:gd name="connsiteY33" fmla="*/ 1155700 h 1225550"/>
              <a:gd name="connsiteX34" fmla="*/ 501650 w 1685033"/>
              <a:gd name="connsiteY34" fmla="*/ 1206500 h 1225550"/>
              <a:gd name="connsiteX35" fmla="*/ 450850 w 1685033"/>
              <a:gd name="connsiteY35" fmla="*/ 1212850 h 1225550"/>
              <a:gd name="connsiteX36" fmla="*/ 400050 w 1685033"/>
              <a:gd name="connsiteY36" fmla="*/ 1225550 h 1225550"/>
              <a:gd name="connsiteX37" fmla="*/ 76200 w 1685033"/>
              <a:gd name="connsiteY37" fmla="*/ 1219200 h 1225550"/>
              <a:gd name="connsiteX38" fmla="*/ 57150 w 1685033"/>
              <a:gd name="connsiteY38" fmla="*/ 1206500 h 1225550"/>
              <a:gd name="connsiteX39" fmla="*/ 38100 w 1685033"/>
              <a:gd name="connsiteY39" fmla="*/ 1200150 h 1225550"/>
              <a:gd name="connsiteX40" fmla="*/ 0 w 1685033"/>
              <a:gd name="connsiteY40" fmla="*/ 1181100 h 1225550"/>
              <a:gd name="connsiteX0" fmla="*/ 996950 w 1685033"/>
              <a:gd name="connsiteY0" fmla="*/ 0 h 1225550"/>
              <a:gd name="connsiteX1" fmla="*/ 1073150 w 1685033"/>
              <a:gd name="connsiteY1" fmla="*/ 107950 h 1225550"/>
              <a:gd name="connsiteX2" fmla="*/ 1111250 w 1685033"/>
              <a:gd name="connsiteY2" fmla="*/ 146050 h 1225550"/>
              <a:gd name="connsiteX3" fmla="*/ 1149350 w 1685033"/>
              <a:gd name="connsiteY3" fmla="*/ 165100 h 1225550"/>
              <a:gd name="connsiteX4" fmla="*/ 1225550 w 1685033"/>
              <a:gd name="connsiteY4" fmla="*/ 184150 h 1225550"/>
              <a:gd name="connsiteX5" fmla="*/ 1295400 w 1685033"/>
              <a:gd name="connsiteY5" fmla="*/ 196850 h 1225550"/>
              <a:gd name="connsiteX6" fmla="*/ 1492250 w 1685033"/>
              <a:gd name="connsiteY6" fmla="*/ 234950 h 1225550"/>
              <a:gd name="connsiteX7" fmla="*/ 1581150 w 1685033"/>
              <a:gd name="connsiteY7" fmla="*/ 285750 h 1225550"/>
              <a:gd name="connsiteX8" fmla="*/ 1657350 w 1685033"/>
              <a:gd name="connsiteY8" fmla="*/ 374650 h 1225550"/>
              <a:gd name="connsiteX9" fmla="*/ 1676400 w 1685033"/>
              <a:gd name="connsiteY9" fmla="*/ 444500 h 1225550"/>
              <a:gd name="connsiteX10" fmla="*/ 1682750 w 1685033"/>
              <a:gd name="connsiteY10" fmla="*/ 679450 h 1225550"/>
              <a:gd name="connsiteX11" fmla="*/ 1638300 w 1685033"/>
              <a:gd name="connsiteY11" fmla="*/ 755650 h 1225550"/>
              <a:gd name="connsiteX12" fmla="*/ 1530350 w 1685033"/>
              <a:gd name="connsiteY12" fmla="*/ 806450 h 1225550"/>
              <a:gd name="connsiteX13" fmla="*/ 1231900 w 1685033"/>
              <a:gd name="connsiteY13" fmla="*/ 787400 h 1225550"/>
              <a:gd name="connsiteX14" fmla="*/ 1130300 w 1685033"/>
              <a:gd name="connsiteY14" fmla="*/ 685800 h 1225550"/>
              <a:gd name="connsiteX15" fmla="*/ 1066800 w 1685033"/>
              <a:gd name="connsiteY15" fmla="*/ 571500 h 1225550"/>
              <a:gd name="connsiteX16" fmla="*/ 1028700 w 1685033"/>
              <a:gd name="connsiteY16" fmla="*/ 482600 h 1225550"/>
              <a:gd name="connsiteX17" fmla="*/ 1009650 w 1685033"/>
              <a:gd name="connsiteY17" fmla="*/ 431800 h 1225550"/>
              <a:gd name="connsiteX18" fmla="*/ 927100 w 1685033"/>
              <a:gd name="connsiteY18" fmla="*/ 381000 h 1225550"/>
              <a:gd name="connsiteX19" fmla="*/ 857250 w 1685033"/>
              <a:gd name="connsiteY19" fmla="*/ 361950 h 1225550"/>
              <a:gd name="connsiteX20" fmla="*/ 692150 w 1685033"/>
              <a:gd name="connsiteY20" fmla="*/ 368300 h 1225550"/>
              <a:gd name="connsiteX21" fmla="*/ 641350 w 1685033"/>
              <a:gd name="connsiteY21" fmla="*/ 412750 h 1225550"/>
              <a:gd name="connsiteX22" fmla="*/ 577850 w 1685033"/>
              <a:gd name="connsiteY22" fmla="*/ 514350 h 1225550"/>
              <a:gd name="connsiteX23" fmla="*/ 520700 w 1685033"/>
              <a:gd name="connsiteY23" fmla="*/ 641350 h 1225550"/>
              <a:gd name="connsiteX24" fmla="*/ 527050 w 1685033"/>
              <a:gd name="connsiteY24" fmla="*/ 730250 h 1225550"/>
              <a:gd name="connsiteX25" fmla="*/ 546100 w 1685033"/>
              <a:gd name="connsiteY25" fmla="*/ 749300 h 1225550"/>
              <a:gd name="connsiteX26" fmla="*/ 571500 w 1685033"/>
              <a:gd name="connsiteY26" fmla="*/ 793750 h 1225550"/>
              <a:gd name="connsiteX27" fmla="*/ 596900 w 1685033"/>
              <a:gd name="connsiteY27" fmla="*/ 812800 h 1225550"/>
              <a:gd name="connsiteX28" fmla="*/ 635000 w 1685033"/>
              <a:gd name="connsiteY28" fmla="*/ 857250 h 1225550"/>
              <a:gd name="connsiteX29" fmla="*/ 654050 w 1685033"/>
              <a:gd name="connsiteY29" fmla="*/ 908050 h 1225550"/>
              <a:gd name="connsiteX30" fmla="*/ 660400 w 1685033"/>
              <a:gd name="connsiteY30" fmla="*/ 927100 h 1225550"/>
              <a:gd name="connsiteX31" fmla="*/ 628650 w 1685033"/>
              <a:gd name="connsiteY31" fmla="*/ 1123950 h 1225550"/>
              <a:gd name="connsiteX32" fmla="*/ 584200 w 1685033"/>
              <a:gd name="connsiteY32" fmla="*/ 1155700 h 1225550"/>
              <a:gd name="connsiteX33" fmla="*/ 501650 w 1685033"/>
              <a:gd name="connsiteY33" fmla="*/ 1206500 h 1225550"/>
              <a:gd name="connsiteX34" fmla="*/ 450850 w 1685033"/>
              <a:gd name="connsiteY34" fmla="*/ 1212850 h 1225550"/>
              <a:gd name="connsiteX35" fmla="*/ 400050 w 1685033"/>
              <a:gd name="connsiteY35" fmla="*/ 1225550 h 1225550"/>
              <a:gd name="connsiteX36" fmla="*/ 76200 w 1685033"/>
              <a:gd name="connsiteY36" fmla="*/ 1219200 h 1225550"/>
              <a:gd name="connsiteX37" fmla="*/ 57150 w 1685033"/>
              <a:gd name="connsiteY37" fmla="*/ 1206500 h 1225550"/>
              <a:gd name="connsiteX38" fmla="*/ 38100 w 1685033"/>
              <a:gd name="connsiteY38" fmla="*/ 1200150 h 1225550"/>
              <a:gd name="connsiteX39" fmla="*/ 0 w 1685033"/>
              <a:gd name="connsiteY39" fmla="*/ 1181100 h 1225550"/>
              <a:gd name="connsiteX0" fmla="*/ 996950 w 1685033"/>
              <a:gd name="connsiteY0" fmla="*/ 0 h 1225550"/>
              <a:gd name="connsiteX1" fmla="*/ 1073150 w 1685033"/>
              <a:gd name="connsiteY1" fmla="*/ 107950 h 1225550"/>
              <a:gd name="connsiteX2" fmla="*/ 1111250 w 1685033"/>
              <a:gd name="connsiteY2" fmla="*/ 146050 h 1225550"/>
              <a:gd name="connsiteX3" fmla="*/ 1149350 w 1685033"/>
              <a:gd name="connsiteY3" fmla="*/ 165100 h 1225550"/>
              <a:gd name="connsiteX4" fmla="*/ 1225550 w 1685033"/>
              <a:gd name="connsiteY4" fmla="*/ 184150 h 1225550"/>
              <a:gd name="connsiteX5" fmla="*/ 1295400 w 1685033"/>
              <a:gd name="connsiteY5" fmla="*/ 196850 h 1225550"/>
              <a:gd name="connsiteX6" fmla="*/ 1492250 w 1685033"/>
              <a:gd name="connsiteY6" fmla="*/ 234950 h 1225550"/>
              <a:gd name="connsiteX7" fmla="*/ 1581150 w 1685033"/>
              <a:gd name="connsiteY7" fmla="*/ 285750 h 1225550"/>
              <a:gd name="connsiteX8" fmla="*/ 1657350 w 1685033"/>
              <a:gd name="connsiteY8" fmla="*/ 374650 h 1225550"/>
              <a:gd name="connsiteX9" fmla="*/ 1676400 w 1685033"/>
              <a:gd name="connsiteY9" fmla="*/ 444500 h 1225550"/>
              <a:gd name="connsiteX10" fmla="*/ 1682750 w 1685033"/>
              <a:gd name="connsiteY10" fmla="*/ 679450 h 1225550"/>
              <a:gd name="connsiteX11" fmla="*/ 1638300 w 1685033"/>
              <a:gd name="connsiteY11" fmla="*/ 755650 h 1225550"/>
              <a:gd name="connsiteX12" fmla="*/ 1530350 w 1685033"/>
              <a:gd name="connsiteY12" fmla="*/ 806450 h 1225550"/>
              <a:gd name="connsiteX13" fmla="*/ 1231900 w 1685033"/>
              <a:gd name="connsiteY13" fmla="*/ 787400 h 1225550"/>
              <a:gd name="connsiteX14" fmla="*/ 1130300 w 1685033"/>
              <a:gd name="connsiteY14" fmla="*/ 685800 h 1225550"/>
              <a:gd name="connsiteX15" fmla="*/ 1066800 w 1685033"/>
              <a:gd name="connsiteY15" fmla="*/ 571500 h 1225550"/>
              <a:gd name="connsiteX16" fmla="*/ 1028700 w 1685033"/>
              <a:gd name="connsiteY16" fmla="*/ 482600 h 1225550"/>
              <a:gd name="connsiteX17" fmla="*/ 1009650 w 1685033"/>
              <a:gd name="connsiteY17" fmla="*/ 431800 h 1225550"/>
              <a:gd name="connsiteX18" fmla="*/ 927100 w 1685033"/>
              <a:gd name="connsiteY18" fmla="*/ 381000 h 1225550"/>
              <a:gd name="connsiteX19" fmla="*/ 857250 w 1685033"/>
              <a:gd name="connsiteY19" fmla="*/ 361950 h 1225550"/>
              <a:gd name="connsiteX20" fmla="*/ 692150 w 1685033"/>
              <a:gd name="connsiteY20" fmla="*/ 368300 h 1225550"/>
              <a:gd name="connsiteX21" fmla="*/ 641350 w 1685033"/>
              <a:gd name="connsiteY21" fmla="*/ 412750 h 1225550"/>
              <a:gd name="connsiteX22" fmla="*/ 577850 w 1685033"/>
              <a:gd name="connsiteY22" fmla="*/ 514350 h 1225550"/>
              <a:gd name="connsiteX23" fmla="*/ 520700 w 1685033"/>
              <a:gd name="connsiteY23" fmla="*/ 641350 h 1225550"/>
              <a:gd name="connsiteX24" fmla="*/ 527050 w 1685033"/>
              <a:gd name="connsiteY24" fmla="*/ 730250 h 1225550"/>
              <a:gd name="connsiteX25" fmla="*/ 546100 w 1685033"/>
              <a:gd name="connsiteY25" fmla="*/ 749300 h 1225550"/>
              <a:gd name="connsiteX26" fmla="*/ 571500 w 1685033"/>
              <a:gd name="connsiteY26" fmla="*/ 793750 h 1225550"/>
              <a:gd name="connsiteX27" fmla="*/ 596900 w 1685033"/>
              <a:gd name="connsiteY27" fmla="*/ 812800 h 1225550"/>
              <a:gd name="connsiteX28" fmla="*/ 635000 w 1685033"/>
              <a:gd name="connsiteY28" fmla="*/ 857250 h 1225550"/>
              <a:gd name="connsiteX29" fmla="*/ 660400 w 1685033"/>
              <a:gd name="connsiteY29" fmla="*/ 927100 h 1225550"/>
              <a:gd name="connsiteX30" fmla="*/ 628650 w 1685033"/>
              <a:gd name="connsiteY30" fmla="*/ 1123950 h 1225550"/>
              <a:gd name="connsiteX31" fmla="*/ 584200 w 1685033"/>
              <a:gd name="connsiteY31" fmla="*/ 1155700 h 1225550"/>
              <a:gd name="connsiteX32" fmla="*/ 501650 w 1685033"/>
              <a:gd name="connsiteY32" fmla="*/ 1206500 h 1225550"/>
              <a:gd name="connsiteX33" fmla="*/ 450850 w 1685033"/>
              <a:gd name="connsiteY33" fmla="*/ 1212850 h 1225550"/>
              <a:gd name="connsiteX34" fmla="*/ 400050 w 1685033"/>
              <a:gd name="connsiteY34" fmla="*/ 1225550 h 1225550"/>
              <a:gd name="connsiteX35" fmla="*/ 76200 w 1685033"/>
              <a:gd name="connsiteY35" fmla="*/ 1219200 h 1225550"/>
              <a:gd name="connsiteX36" fmla="*/ 57150 w 1685033"/>
              <a:gd name="connsiteY36" fmla="*/ 1206500 h 1225550"/>
              <a:gd name="connsiteX37" fmla="*/ 38100 w 1685033"/>
              <a:gd name="connsiteY37" fmla="*/ 1200150 h 1225550"/>
              <a:gd name="connsiteX38" fmla="*/ 0 w 1685033"/>
              <a:gd name="connsiteY38" fmla="*/ 1181100 h 1225550"/>
              <a:gd name="connsiteX0" fmla="*/ 996950 w 1685033"/>
              <a:gd name="connsiteY0" fmla="*/ 0 h 1225550"/>
              <a:gd name="connsiteX1" fmla="*/ 1073150 w 1685033"/>
              <a:gd name="connsiteY1" fmla="*/ 107950 h 1225550"/>
              <a:gd name="connsiteX2" fmla="*/ 1111250 w 1685033"/>
              <a:gd name="connsiteY2" fmla="*/ 146050 h 1225550"/>
              <a:gd name="connsiteX3" fmla="*/ 1149350 w 1685033"/>
              <a:gd name="connsiteY3" fmla="*/ 165100 h 1225550"/>
              <a:gd name="connsiteX4" fmla="*/ 1225550 w 1685033"/>
              <a:gd name="connsiteY4" fmla="*/ 184150 h 1225550"/>
              <a:gd name="connsiteX5" fmla="*/ 1295400 w 1685033"/>
              <a:gd name="connsiteY5" fmla="*/ 196850 h 1225550"/>
              <a:gd name="connsiteX6" fmla="*/ 1492250 w 1685033"/>
              <a:gd name="connsiteY6" fmla="*/ 234950 h 1225550"/>
              <a:gd name="connsiteX7" fmla="*/ 1581150 w 1685033"/>
              <a:gd name="connsiteY7" fmla="*/ 285750 h 1225550"/>
              <a:gd name="connsiteX8" fmla="*/ 1657350 w 1685033"/>
              <a:gd name="connsiteY8" fmla="*/ 374650 h 1225550"/>
              <a:gd name="connsiteX9" fmla="*/ 1676400 w 1685033"/>
              <a:gd name="connsiteY9" fmla="*/ 444500 h 1225550"/>
              <a:gd name="connsiteX10" fmla="*/ 1682750 w 1685033"/>
              <a:gd name="connsiteY10" fmla="*/ 679450 h 1225550"/>
              <a:gd name="connsiteX11" fmla="*/ 1638300 w 1685033"/>
              <a:gd name="connsiteY11" fmla="*/ 755650 h 1225550"/>
              <a:gd name="connsiteX12" fmla="*/ 1530350 w 1685033"/>
              <a:gd name="connsiteY12" fmla="*/ 806450 h 1225550"/>
              <a:gd name="connsiteX13" fmla="*/ 1231900 w 1685033"/>
              <a:gd name="connsiteY13" fmla="*/ 787400 h 1225550"/>
              <a:gd name="connsiteX14" fmla="*/ 1130300 w 1685033"/>
              <a:gd name="connsiteY14" fmla="*/ 685800 h 1225550"/>
              <a:gd name="connsiteX15" fmla="*/ 1066800 w 1685033"/>
              <a:gd name="connsiteY15" fmla="*/ 571500 h 1225550"/>
              <a:gd name="connsiteX16" fmla="*/ 1028700 w 1685033"/>
              <a:gd name="connsiteY16" fmla="*/ 482600 h 1225550"/>
              <a:gd name="connsiteX17" fmla="*/ 1009650 w 1685033"/>
              <a:gd name="connsiteY17" fmla="*/ 431800 h 1225550"/>
              <a:gd name="connsiteX18" fmla="*/ 927100 w 1685033"/>
              <a:gd name="connsiteY18" fmla="*/ 381000 h 1225550"/>
              <a:gd name="connsiteX19" fmla="*/ 857250 w 1685033"/>
              <a:gd name="connsiteY19" fmla="*/ 361950 h 1225550"/>
              <a:gd name="connsiteX20" fmla="*/ 692150 w 1685033"/>
              <a:gd name="connsiteY20" fmla="*/ 368300 h 1225550"/>
              <a:gd name="connsiteX21" fmla="*/ 641350 w 1685033"/>
              <a:gd name="connsiteY21" fmla="*/ 412750 h 1225550"/>
              <a:gd name="connsiteX22" fmla="*/ 577850 w 1685033"/>
              <a:gd name="connsiteY22" fmla="*/ 514350 h 1225550"/>
              <a:gd name="connsiteX23" fmla="*/ 520700 w 1685033"/>
              <a:gd name="connsiteY23" fmla="*/ 641350 h 1225550"/>
              <a:gd name="connsiteX24" fmla="*/ 527050 w 1685033"/>
              <a:gd name="connsiteY24" fmla="*/ 730250 h 1225550"/>
              <a:gd name="connsiteX25" fmla="*/ 546100 w 1685033"/>
              <a:gd name="connsiteY25" fmla="*/ 749300 h 1225550"/>
              <a:gd name="connsiteX26" fmla="*/ 571500 w 1685033"/>
              <a:gd name="connsiteY26" fmla="*/ 793750 h 1225550"/>
              <a:gd name="connsiteX27" fmla="*/ 596900 w 1685033"/>
              <a:gd name="connsiteY27" fmla="*/ 812800 h 1225550"/>
              <a:gd name="connsiteX28" fmla="*/ 635000 w 1685033"/>
              <a:gd name="connsiteY28" fmla="*/ 857250 h 1225550"/>
              <a:gd name="connsiteX29" fmla="*/ 660400 w 1685033"/>
              <a:gd name="connsiteY29" fmla="*/ 927100 h 1225550"/>
              <a:gd name="connsiteX30" fmla="*/ 628650 w 1685033"/>
              <a:gd name="connsiteY30" fmla="*/ 1123950 h 1225550"/>
              <a:gd name="connsiteX31" fmla="*/ 501650 w 1685033"/>
              <a:gd name="connsiteY31" fmla="*/ 1206500 h 1225550"/>
              <a:gd name="connsiteX32" fmla="*/ 450850 w 1685033"/>
              <a:gd name="connsiteY32" fmla="*/ 1212850 h 1225550"/>
              <a:gd name="connsiteX33" fmla="*/ 400050 w 1685033"/>
              <a:gd name="connsiteY33" fmla="*/ 1225550 h 1225550"/>
              <a:gd name="connsiteX34" fmla="*/ 76200 w 1685033"/>
              <a:gd name="connsiteY34" fmla="*/ 1219200 h 1225550"/>
              <a:gd name="connsiteX35" fmla="*/ 57150 w 1685033"/>
              <a:gd name="connsiteY35" fmla="*/ 1206500 h 1225550"/>
              <a:gd name="connsiteX36" fmla="*/ 38100 w 1685033"/>
              <a:gd name="connsiteY36" fmla="*/ 1200150 h 1225550"/>
              <a:gd name="connsiteX37" fmla="*/ 0 w 1685033"/>
              <a:gd name="connsiteY37" fmla="*/ 1181100 h 1225550"/>
              <a:gd name="connsiteX0" fmla="*/ 996950 w 1685033"/>
              <a:gd name="connsiteY0" fmla="*/ 0 h 1226295"/>
              <a:gd name="connsiteX1" fmla="*/ 1073150 w 1685033"/>
              <a:gd name="connsiteY1" fmla="*/ 107950 h 1226295"/>
              <a:gd name="connsiteX2" fmla="*/ 1111250 w 1685033"/>
              <a:gd name="connsiteY2" fmla="*/ 146050 h 1226295"/>
              <a:gd name="connsiteX3" fmla="*/ 1149350 w 1685033"/>
              <a:gd name="connsiteY3" fmla="*/ 165100 h 1226295"/>
              <a:gd name="connsiteX4" fmla="*/ 1225550 w 1685033"/>
              <a:gd name="connsiteY4" fmla="*/ 184150 h 1226295"/>
              <a:gd name="connsiteX5" fmla="*/ 1295400 w 1685033"/>
              <a:gd name="connsiteY5" fmla="*/ 196850 h 1226295"/>
              <a:gd name="connsiteX6" fmla="*/ 1492250 w 1685033"/>
              <a:gd name="connsiteY6" fmla="*/ 234950 h 1226295"/>
              <a:gd name="connsiteX7" fmla="*/ 1581150 w 1685033"/>
              <a:gd name="connsiteY7" fmla="*/ 285750 h 1226295"/>
              <a:gd name="connsiteX8" fmla="*/ 1657350 w 1685033"/>
              <a:gd name="connsiteY8" fmla="*/ 374650 h 1226295"/>
              <a:gd name="connsiteX9" fmla="*/ 1676400 w 1685033"/>
              <a:gd name="connsiteY9" fmla="*/ 444500 h 1226295"/>
              <a:gd name="connsiteX10" fmla="*/ 1682750 w 1685033"/>
              <a:gd name="connsiteY10" fmla="*/ 679450 h 1226295"/>
              <a:gd name="connsiteX11" fmla="*/ 1638300 w 1685033"/>
              <a:gd name="connsiteY11" fmla="*/ 755650 h 1226295"/>
              <a:gd name="connsiteX12" fmla="*/ 1530350 w 1685033"/>
              <a:gd name="connsiteY12" fmla="*/ 806450 h 1226295"/>
              <a:gd name="connsiteX13" fmla="*/ 1231900 w 1685033"/>
              <a:gd name="connsiteY13" fmla="*/ 787400 h 1226295"/>
              <a:gd name="connsiteX14" fmla="*/ 1130300 w 1685033"/>
              <a:gd name="connsiteY14" fmla="*/ 685800 h 1226295"/>
              <a:gd name="connsiteX15" fmla="*/ 1066800 w 1685033"/>
              <a:gd name="connsiteY15" fmla="*/ 571500 h 1226295"/>
              <a:gd name="connsiteX16" fmla="*/ 1028700 w 1685033"/>
              <a:gd name="connsiteY16" fmla="*/ 482600 h 1226295"/>
              <a:gd name="connsiteX17" fmla="*/ 1009650 w 1685033"/>
              <a:gd name="connsiteY17" fmla="*/ 431800 h 1226295"/>
              <a:gd name="connsiteX18" fmla="*/ 927100 w 1685033"/>
              <a:gd name="connsiteY18" fmla="*/ 381000 h 1226295"/>
              <a:gd name="connsiteX19" fmla="*/ 857250 w 1685033"/>
              <a:gd name="connsiteY19" fmla="*/ 361950 h 1226295"/>
              <a:gd name="connsiteX20" fmla="*/ 692150 w 1685033"/>
              <a:gd name="connsiteY20" fmla="*/ 368300 h 1226295"/>
              <a:gd name="connsiteX21" fmla="*/ 641350 w 1685033"/>
              <a:gd name="connsiteY21" fmla="*/ 412750 h 1226295"/>
              <a:gd name="connsiteX22" fmla="*/ 577850 w 1685033"/>
              <a:gd name="connsiteY22" fmla="*/ 514350 h 1226295"/>
              <a:gd name="connsiteX23" fmla="*/ 520700 w 1685033"/>
              <a:gd name="connsiteY23" fmla="*/ 641350 h 1226295"/>
              <a:gd name="connsiteX24" fmla="*/ 527050 w 1685033"/>
              <a:gd name="connsiteY24" fmla="*/ 730250 h 1226295"/>
              <a:gd name="connsiteX25" fmla="*/ 546100 w 1685033"/>
              <a:gd name="connsiteY25" fmla="*/ 749300 h 1226295"/>
              <a:gd name="connsiteX26" fmla="*/ 571500 w 1685033"/>
              <a:gd name="connsiteY26" fmla="*/ 793750 h 1226295"/>
              <a:gd name="connsiteX27" fmla="*/ 596900 w 1685033"/>
              <a:gd name="connsiteY27" fmla="*/ 812800 h 1226295"/>
              <a:gd name="connsiteX28" fmla="*/ 635000 w 1685033"/>
              <a:gd name="connsiteY28" fmla="*/ 857250 h 1226295"/>
              <a:gd name="connsiteX29" fmla="*/ 660400 w 1685033"/>
              <a:gd name="connsiteY29" fmla="*/ 927100 h 1226295"/>
              <a:gd name="connsiteX30" fmla="*/ 628650 w 1685033"/>
              <a:gd name="connsiteY30" fmla="*/ 1123950 h 1226295"/>
              <a:gd name="connsiteX31" fmla="*/ 501650 w 1685033"/>
              <a:gd name="connsiteY31" fmla="*/ 1206500 h 1226295"/>
              <a:gd name="connsiteX32" fmla="*/ 400050 w 1685033"/>
              <a:gd name="connsiteY32" fmla="*/ 1225550 h 1226295"/>
              <a:gd name="connsiteX33" fmla="*/ 76200 w 1685033"/>
              <a:gd name="connsiteY33" fmla="*/ 1219200 h 1226295"/>
              <a:gd name="connsiteX34" fmla="*/ 57150 w 1685033"/>
              <a:gd name="connsiteY34" fmla="*/ 1206500 h 1226295"/>
              <a:gd name="connsiteX35" fmla="*/ 38100 w 1685033"/>
              <a:gd name="connsiteY35" fmla="*/ 1200150 h 1226295"/>
              <a:gd name="connsiteX36" fmla="*/ 0 w 1685033"/>
              <a:gd name="connsiteY36" fmla="*/ 1181100 h 1226295"/>
              <a:gd name="connsiteX0" fmla="*/ 996950 w 1685033"/>
              <a:gd name="connsiteY0" fmla="*/ 0 h 1226113"/>
              <a:gd name="connsiteX1" fmla="*/ 1073150 w 1685033"/>
              <a:gd name="connsiteY1" fmla="*/ 107950 h 1226113"/>
              <a:gd name="connsiteX2" fmla="*/ 1111250 w 1685033"/>
              <a:gd name="connsiteY2" fmla="*/ 146050 h 1226113"/>
              <a:gd name="connsiteX3" fmla="*/ 1149350 w 1685033"/>
              <a:gd name="connsiteY3" fmla="*/ 165100 h 1226113"/>
              <a:gd name="connsiteX4" fmla="*/ 1225550 w 1685033"/>
              <a:gd name="connsiteY4" fmla="*/ 184150 h 1226113"/>
              <a:gd name="connsiteX5" fmla="*/ 1295400 w 1685033"/>
              <a:gd name="connsiteY5" fmla="*/ 196850 h 1226113"/>
              <a:gd name="connsiteX6" fmla="*/ 1492250 w 1685033"/>
              <a:gd name="connsiteY6" fmla="*/ 234950 h 1226113"/>
              <a:gd name="connsiteX7" fmla="*/ 1581150 w 1685033"/>
              <a:gd name="connsiteY7" fmla="*/ 285750 h 1226113"/>
              <a:gd name="connsiteX8" fmla="*/ 1657350 w 1685033"/>
              <a:gd name="connsiteY8" fmla="*/ 374650 h 1226113"/>
              <a:gd name="connsiteX9" fmla="*/ 1676400 w 1685033"/>
              <a:gd name="connsiteY9" fmla="*/ 444500 h 1226113"/>
              <a:gd name="connsiteX10" fmla="*/ 1682750 w 1685033"/>
              <a:gd name="connsiteY10" fmla="*/ 679450 h 1226113"/>
              <a:gd name="connsiteX11" fmla="*/ 1638300 w 1685033"/>
              <a:gd name="connsiteY11" fmla="*/ 755650 h 1226113"/>
              <a:gd name="connsiteX12" fmla="*/ 1530350 w 1685033"/>
              <a:gd name="connsiteY12" fmla="*/ 806450 h 1226113"/>
              <a:gd name="connsiteX13" fmla="*/ 1231900 w 1685033"/>
              <a:gd name="connsiteY13" fmla="*/ 787400 h 1226113"/>
              <a:gd name="connsiteX14" fmla="*/ 1130300 w 1685033"/>
              <a:gd name="connsiteY14" fmla="*/ 685800 h 1226113"/>
              <a:gd name="connsiteX15" fmla="*/ 1066800 w 1685033"/>
              <a:gd name="connsiteY15" fmla="*/ 571500 h 1226113"/>
              <a:gd name="connsiteX16" fmla="*/ 1028700 w 1685033"/>
              <a:gd name="connsiteY16" fmla="*/ 482600 h 1226113"/>
              <a:gd name="connsiteX17" fmla="*/ 1009650 w 1685033"/>
              <a:gd name="connsiteY17" fmla="*/ 431800 h 1226113"/>
              <a:gd name="connsiteX18" fmla="*/ 927100 w 1685033"/>
              <a:gd name="connsiteY18" fmla="*/ 381000 h 1226113"/>
              <a:gd name="connsiteX19" fmla="*/ 857250 w 1685033"/>
              <a:gd name="connsiteY19" fmla="*/ 361950 h 1226113"/>
              <a:gd name="connsiteX20" fmla="*/ 692150 w 1685033"/>
              <a:gd name="connsiteY20" fmla="*/ 368300 h 1226113"/>
              <a:gd name="connsiteX21" fmla="*/ 641350 w 1685033"/>
              <a:gd name="connsiteY21" fmla="*/ 412750 h 1226113"/>
              <a:gd name="connsiteX22" fmla="*/ 577850 w 1685033"/>
              <a:gd name="connsiteY22" fmla="*/ 514350 h 1226113"/>
              <a:gd name="connsiteX23" fmla="*/ 520700 w 1685033"/>
              <a:gd name="connsiteY23" fmla="*/ 641350 h 1226113"/>
              <a:gd name="connsiteX24" fmla="*/ 527050 w 1685033"/>
              <a:gd name="connsiteY24" fmla="*/ 730250 h 1226113"/>
              <a:gd name="connsiteX25" fmla="*/ 546100 w 1685033"/>
              <a:gd name="connsiteY25" fmla="*/ 749300 h 1226113"/>
              <a:gd name="connsiteX26" fmla="*/ 571500 w 1685033"/>
              <a:gd name="connsiteY26" fmla="*/ 793750 h 1226113"/>
              <a:gd name="connsiteX27" fmla="*/ 596900 w 1685033"/>
              <a:gd name="connsiteY27" fmla="*/ 812800 h 1226113"/>
              <a:gd name="connsiteX28" fmla="*/ 635000 w 1685033"/>
              <a:gd name="connsiteY28" fmla="*/ 857250 h 1226113"/>
              <a:gd name="connsiteX29" fmla="*/ 660400 w 1685033"/>
              <a:gd name="connsiteY29" fmla="*/ 927100 h 1226113"/>
              <a:gd name="connsiteX30" fmla="*/ 628650 w 1685033"/>
              <a:gd name="connsiteY30" fmla="*/ 1123950 h 1226113"/>
              <a:gd name="connsiteX31" fmla="*/ 501650 w 1685033"/>
              <a:gd name="connsiteY31" fmla="*/ 1206500 h 1226113"/>
              <a:gd name="connsiteX32" fmla="*/ 400050 w 1685033"/>
              <a:gd name="connsiteY32" fmla="*/ 1225550 h 1226113"/>
              <a:gd name="connsiteX33" fmla="*/ 76200 w 1685033"/>
              <a:gd name="connsiteY33" fmla="*/ 1219200 h 1226113"/>
              <a:gd name="connsiteX34" fmla="*/ 38100 w 1685033"/>
              <a:gd name="connsiteY34" fmla="*/ 1200150 h 1226113"/>
              <a:gd name="connsiteX35" fmla="*/ 0 w 1685033"/>
              <a:gd name="connsiteY35" fmla="*/ 1181100 h 1226113"/>
              <a:gd name="connsiteX0" fmla="*/ 996950 w 1685033"/>
              <a:gd name="connsiteY0" fmla="*/ 0 h 1226513"/>
              <a:gd name="connsiteX1" fmla="*/ 1073150 w 1685033"/>
              <a:gd name="connsiteY1" fmla="*/ 107950 h 1226513"/>
              <a:gd name="connsiteX2" fmla="*/ 1111250 w 1685033"/>
              <a:gd name="connsiteY2" fmla="*/ 146050 h 1226513"/>
              <a:gd name="connsiteX3" fmla="*/ 1149350 w 1685033"/>
              <a:gd name="connsiteY3" fmla="*/ 165100 h 1226513"/>
              <a:gd name="connsiteX4" fmla="*/ 1225550 w 1685033"/>
              <a:gd name="connsiteY4" fmla="*/ 184150 h 1226513"/>
              <a:gd name="connsiteX5" fmla="*/ 1295400 w 1685033"/>
              <a:gd name="connsiteY5" fmla="*/ 196850 h 1226513"/>
              <a:gd name="connsiteX6" fmla="*/ 1492250 w 1685033"/>
              <a:gd name="connsiteY6" fmla="*/ 234950 h 1226513"/>
              <a:gd name="connsiteX7" fmla="*/ 1581150 w 1685033"/>
              <a:gd name="connsiteY7" fmla="*/ 285750 h 1226513"/>
              <a:gd name="connsiteX8" fmla="*/ 1657350 w 1685033"/>
              <a:gd name="connsiteY8" fmla="*/ 374650 h 1226513"/>
              <a:gd name="connsiteX9" fmla="*/ 1676400 w 1685033"/>
              <a:gd name="connsiteY9" fmla="*/ 444500 h 1226513"/>
              <a:gd name="connsiteX10" fmla="*/ 1682750 w 1685033"/>
              <a:gd name="connsiteY10" fmla="*/ 679450 h 1226513"/>
              <a:gd name="connsiteX11" fmla="*/ 1638300 w 1685033"/>
              <a:gd name="connsiteY11" fmla="*/ 755650 h 1226513"/>
              <a:gd name="connsiteX12" fmla="*/ 1530350 w 1685033"/>
              <a:gd name="connsiteY12" fmla="*/ 806450 h 1226513"/>
              <a:gd name="connsiteX13" fmla="*/ 1231900 w 1685033"/>
              <a:gd name="connsiteY13" fmla="*/ 787400 h 1226513"/>
              <a:gd name="connsiteX14" fmla="*/ 1130300 w 1685033"/>
              <a:gd name="connsiteY14" fmla="*/ 685800 h 1226513"/>
              <a:gd name="connsiteX15" fmla="*/ 1066800 w 1685033"/>
              <a:gd name="connsiteY15" fmla="*/ 571500 h 1226513"/>
              <a:gd name="connsiteX16" fmla="*/ 1028700 w 1685033"/>
              <a:gd name="connsiteY16" fmla="*/ 482600 h 1226513"/>
              <a:gd name="connsiteX17" fmla="*/ 1009650 w 1685033"/>
              <a:gd name="connsiteY17" fmla="*/ 431800 h 1226513"/>
              <a:gd name="connsiteX18" fmla="*/ 927100 w 1685033"/>
              <a:gd name="connsiteY18" fmla="*/ 381000 h 1226513"/>
              <a:gd name="connsiteX19" fmla="*/ 857250 w 1685033"/>
              <a:gd name="connsiteY19" fmla="*/ 361950 h 1226513"/>
              <a:gd name="connsiteX20" fmla="*/ 692150 w 1685033"/>
              <a:gd name="connsiteY20" fmla="*/ 368300 h 1226513"/>
              <a:gd name="connsiteX21" fmla="*/ 641350 w 1685033"/>
              <a:gd name="connsiteY21" fmla="*/ 412750 h 1226513"/>
              <a:gd name="connsiteX22" fmla="*/ 577850 w 1685033"/>
              <a:gd name="connsiteY22" fmla="*/ 514350 h 1226513"/>
              <a:gd name="connsiteX23" fmla="*/ 520700 w 1685033"/>
              <a:gd name="connsiteY23" fmla="*/ 641350 h 1226513"/>
              <a:gd name="connsiteX24" fmla="*/ 527050 w 1685033"/>
              <a:gd name="connsiteY24" fmla="*/ 730250 h 1226513"/>
              <a:gd name="connsiteX25" fmla="*/ 546100 w 1685033"/>
              <a:gd name="connsiteY25" fmla="*/ 749300 h 1226513"/>
              <a:gd name="connsiteX26" fmla="*/ 571500 w 1685033"/>
              <a:gd name="connsiteY26" fmla="*/ 793750 h 1226513"/>
              <a:gd name="connsiteX27" fmla="*/ 596900 w 1685033"/>
              <a:gd name="connsiteY27" fmla="*/ 812800 h 1226513"/>
              <a:gd name="connsiteX28" fmla="*/ 635000 w 1685033"/>
              <a:gd name="connsiteY28" fmla="*/ 857250 h 1226513"/>
              <a:gd name="connsiteX29" fmla="*/ 660400 w 1685033"/>
              <a:gd name="connsiteY29" fmla="*/ 927100 h 1226513"/>
              <a:gd name="connsiteX30" fmla="*/ 628650 w 1685033"/>
              <a:gd name="connsiteY30" fmla="*/ 1123950 h 1226513"/>
              <a:gd name="connsiteX31" fmla="*/ 501650 w 1685033"/>
              <a:gd name="connsiteY31" fmla="*/ 1206500 h 1226513"/>
              <a:gd name="connsiteX32" fmla="*/ 400050 w 1685033"/>
              <a:gd name="connsiteY32" fmla="*/ 1225550 h 1226513"/>
              <a:gd name="connsiteX33" fmla="*/ 76200 w 1685033"/>
              <a:gd name="connsiteY33" fmla="*/ 1219200 h 1226513"/>
              <a:gd name="connsiteX34" fmla="*/ 0 w 1685033"/>
              <a:gd name="connsiteY34" fmla="*/ 1181100 h 1226513"/>
              <a:gd name="connsiteX0" fmla="*/ 996950 w 1685033"/>
              <a:gd name="connsiteY0" fmla="*/ 0 h 1266123"/>
              <a:gd name="connsiteX1" fmla="*/ 1073150 w 1685033"/>
              <a:gd name="connsiteY1" fmla="*/ 107950 h 1266123"/>
              <a:gd name="connsiteX2" fmla="*/ 1111250 w 1685033"/>
              <a:gd name="connsiteY2" fmla="*/ 146050 h 1266123"/>
              <a:gd name="connsiteX3" fmla="*/ 1149350 w 1685033"/>
              <a:gd name="connsiteY3" fmla="*/ 165100 h 1266123"/>
              <a:gd name="connsiteX4" fmla="*/ 1225550 w 1685033"/>
              <a:gd name="connsiteY4" fmla="*/ 184150 h 1266123"/>
              <a:gd name="connsiteX5" fmla="*/ 1295400 w 1685033"/>
              <a:gd name="connsiteY5" fmla="*/ 196850 h 1266123"/>
              <a:gd name="connsiteX6" fmla="*/ 1492250 w 1685033"/>
              <a:gd name="connsiteY6" fmla="*/ 234950 h 1266123"/>
              <a:gd name="connsiteX7" fmla="*/ 1581150 w 1685033"/>
              <a:gd name="connsiteY7" fmla="*/ 285750 h 1266123"/>
              <a:gd name="connsiteX8" fmla="*/ 1657350 w 1685033"/>
              <a:gd name="connsiteY8" fmla="*/ 374650 h 1266123"/>
              <a:gd name="connsiteX9" fmla="*/ 1676400 w 1685033"/>
              <a:gd name="connsiteY9" fmla="*/ 444500 h 1266123"/>
              <a:gd name="connsiteX10" fmla="*/ 1682750 w 1685033"/>
              <a:gd name="connsiteY10" fmla="*/ 679450 h 1266123"/>
              <a:gd name="connsiteX11" fmla="*/ 1638300 w 1685033"/>
              <a:gd name="connsiteY11" fmla="*/ 755650 h 1266123"/>
              <a:gd name="connsiteX12" fmla="*/ 1530350 w 1685033"/>
              <a:gd name="connsiteY12" fmla="*/ 806450 h 1266123"/>
              <a:gd name="connsiteX13" fmla="*/ 1231900 w 1685033"/>
              <a:gd name="connsiteY13" fmla="*/ 787400 h 1266123"/>
              <a:gd name="connsiteX14" fmla="*/ 1130300 w 1685033"/>
              <a:gd name="connsiteY14" fmla="*/ 685800 h 1266123"/>
              <a:gd name="connsiteX15" fmla="*/ 1066800 w 1685033"/>
              <a:gd name="connsiteY15" fmla="*/ 571500 h 1266123"/>
              <a:gd name="connsiteX16" fmla="*/ 1028700 w 1685033"/>
              <a:gd name="connsiteY16" fmla="*/ 482600 h 1266123"/>
              <a:gd name="connsiteX17" fmla="*/ 1009650 w 1685033"/>
              <a:gd name="connsiteY17" fmla="*/ 431800 h 1266123"/>
              <a:gd name="connsiteX18" fmla="*/ 927100 w 1685033"/>
              <a:gd name="connsiteY18" fmla="*/ 381000 h 1266123"/>
              <a:gd name="connsiteX19" fmla="*/ 857250 w 1685033"/>
              <a:gd name="connsiteY19" fmla="*/ 361950 h 1266123"/>
              <a:gd name="connsiteX20" fmla="*/ 692150 w 1685033"/>
              <a:gd name="connsiteY20" fmla="*/ 368300 h 1266123"/>
              <a:gd name="connsiteX21" fmla="*/ 641350 w 1685033"/>
              <a:gd name="connsiteY21" fmla="*/ 412750 h 1266123"/>
              <a:gd name="connsiteX22" fmla="*/ 577850 w 1685033"/>
              <a:gd name="connsiteY22" fmla="*/ 514350 h 1266123"/>
              <a:gd name="connsiteX23" fmla="*/ 520700 w 1685033"/>
              <a:gd name="connsiteY23" fmla="*/ 641350 h 1266123"/>
              <a:gd name="connsiteX24" fmla="*/ 527050 w 1685033"/>
              <a:gd name="connsiteY24" fmla="*/ 730250 h 1266123"/>
              <a:gd name="connsiteX25" fmla="*/ 546100 w 1685033"/>
              <a:gd name="connsiteY25" fmla="*/ 749300 h 1266123"/>
              <a:gd name="connsiteX26" fmla="*/ 571500 w 1685033"/>
              <a:gd name="connsiteY26" fmla="*/ 793750 h 1266123"/>
              <a:gd name="connsiteX27" fmla="*/ 596900 w 1685033"/>
              <a:gd name="connsiteY27" fmla="*/ 812800 h 1266123"/>
              <a:gd name="connsiteX28" fmla="*/ 635000 w 1685033"/>
              <a:gd name="connsiteY28" fmla="*/ 857250 h 1266123"/>
              <a:gd name="connsiteX29" fmla="*/ 660400 w 1685033"/>
              <a:gd name="connsiteY29" fmla="*/ 927100 h 1266123"/>
              <a:gd name="connsiteX30" fmla="*/ 628650 w 1685033"/>
              <a:gd name="connsiteY30" fmla="*/ 1123950 h 1266123"/>
              <a:gd name="connsiteX31" fmla="*/ 501650 w 1685033"/>
              <a:gd name="connsiteY31" fmla="*/ 1206500 h 1266123"/>
              <a:gd name="connsiteX32" fmla="*/ 364332 w 1685033"/>
              <a:gd name="connsiteY32" fmla="*/ 1266031 h 1266123"/>
              <a:gd name="connsiteX33" fmla="*/ 76200 w 1685033"/>
              <a:gd name="connsiteY33" fmla="*/ 1219200 h 1266123"/>
              <a:gd name="connsiteX34" fmla="*/ 0 w 1685033"/>
              <a:gd name="connsiteY34" fmla="*/ 1181100 h 1266123"/>
              <a:gd name="connsiteX0" fmla="*/ 996950 w 1685033"/>
              <a:gd name="connsiteY0" fmla="*/ 0 h 1266031"/>
              <a:gd name="connsiteX1" fmla="*/ 1073150 w 1685033"/>
              <a:gd name="connsiteY1" fmla="*/ 107950 h 1266031"/>
              <a:gd name="connsiteX2" fmla="*/ 1111250 w 1685033"/>
              <a:gd name="connsiteY2" fmla="*/ 146050 h 1266031"/>
              <a:gd name="connsiteX3" fmla="*/ 1149350 w 1685033"/>
              <a:gd name="connsiteY3" fmla="*/ 165100 h 1266031"/>
              <a:gd name="connsiteX4" fmla="*/ 1225550 w 1685033"/>
              <a:gd name="connsiteY4" fmla="*/ 184150 h 1266031"/>
              <a:gd name="connsiteX5" fmla="*/ 1295400 w 1685033"/>
              <a:gd name="connsiteY5" fmla="*/ 196850 h 1266031"/>
              <a:gd name="connsiteX6" fmla="*/ 1492250 w 1685033"/>
              <a:gd name="connsiteY6" fmla="*/ 234950 h 1266031"/>
              <a:gd name="connsiteX7" fmla="*/ 1581150 w 1685033"/>
              <a:gd name="connsiteY7" fmla="*/ 285750 h 1266031"/>
              <a:gd name="connsiteX8" fmla="*/ 1657350 w 1685033"/>
              <a:gd name="connsiteY8" fmla="*/ 374650 h 1266031"/>
              <a:gd name="connsiteX9" fmla="*/ 1676400 w 1685033"/>
              <a:gd name="connsiteY9" fmla="*/ 444500 h 1266031"/>
              <a:gd name="connsiteX10" fmla="*/ 1682750 w 1685033"/>
              <a:gd name="connsiteY10" fmla="*/ 679450 h 1266031"/>
              <a:gd name="connsiteX11" fmla="*/ 1638300 w 1685033"/>
              <a:gd name="connsiteY11" fmla="*/ 755650 h 1266031"/>
              <a:gd name="connsiteX12" fmla="*/ 1530350 w 1685033"/>
              <a:gd name="connsiteY12" fmla="*/ 806450 h 1266031"/>
              <a:gd name="connsiteX13" fmla="*/ 1231900 w 1685033"/>
              <a:gd name="connsiteY13" fmla="*/ 787400 h 1266031"/>
              <a:gd name="connsiteX14" fmla="*/ 1130300 w 1685033"/>
              <a:gd name="connsiteY14" fmla="*/ 685800 h 1266031"/>
              <a:gd name="connsiteX15" fmla="*/ 1066800 w 1685033"/>
              <a:gd name="connsiteY15" fmla="*/ 571500 h 1266031"/>
              <a:gd name="connsiteX16" fmla="*/ 1028700 w 1685033"/>
              <a:gd name="connsiteY16" fmla="*/ 482600 h 1266031"/>
              <a:gd name="connsiteX17" fmla="*/ 1009650 w 1685033"/>
              <a:gd name="connsiteY17" fmla="*/ 431800 h 1266031"/>
              <a:gd name="connsiteX18" fmla="*/ 927100 w 1685033"/>
              <a:gd name="connsiteY18" fmla="*/ 381000 h 1266031"/>
              <a:gd name="connsiteX19" fmla="*/ 857250 w 1685033"/>
              <a:gd name="connsiteY19" fmla="*/ 361950 h 1266031"/>
              <a:gd name="connsiteX20" fmla="*/ 692150 w 1685033"/>
              <a:gd name="connsiteY20" fmla="*/ 368300 h 1266031"/>
              <a:gd name="connsiteX21" fmla="*/ 641350 w 1685033"/>
              <a:gd name="connsiteY21" fmla="*/ 412750 h 1266031"/>
              <a:gd name="connsiteX22" fmla="*/ 577850 w 1685033"/>
              <a:gd name="connsiteY22" fmla="*/ 514350 h 1266031"/>
              <a:gd name="connsiteX23" fmla="*/ 520700 w 1685033"/>
              <a:gd name="connsiteY23" fmla="*/ 641350 h 1266031"/>
              <a:gd name="connsiteX24" fmla="*/ 527050 w 1685033"/>
              <a:gd name="connsiteY24" fmla="*/ 730250 h 1266031"/>
              <a:gd name="connsiteX25" fmla="*/ 546100 w 1685033"/>
              <a:gd name="connsiteY25" fmla="*/ 749300 h 1266031"/>
              <a:gd name="connsiteX26" fmla="*/ 571500 w 1685033"/>
              <a:gd name="connsiteY26" fmla="*/ 793750 h 1266031"/>
              <a:gd name="connsiteX27" fmla="*/ 596900 w 1685033"/>
              <a:gd name="connsiteY27" fmla="*/ 812800 h 1266031"/>
              <a:gd name="connsiteX28" fmla="*/ 635000 w 1685033"/>
              <a:gd name="connsiteY28" fmla="*/ 857250 h 1266031"/>
              <a:gd name="connsiteX29" fmla="*/ 660400 w 1685033"/>
              <a:gd name="connsiteY29" fmla="*/ 927100 h 1266031"/>
              <a:gd name="connsiteX30" fmla="*/ 628650 w 1685033"/>
              <a:gd name="connsiteY30" fmla="*/ 1123950 h 1266031"/>
              <a:gd name="connsiteX31" fmla="*/ 544513 w 1685033"/>
              <a:gd name="connsiteY31" fmla="*/ 1218406 h 1266031"/>
              <a:gd name="connsiteX32" fmla="*/ 364332 w 1685033"/>
              <a:gd name="connsiteY32" fmla="*/ 1266031 h 1266031"/>
              <a:gd name="connsiteX33" fmla="*/ 76200 w 1685033"/>
              <a:gd name="connsiteY33" fmla="*/ 1219200 h 1266031"/>
              <a:gd name="connsiteX34" fmla="*/ 0 w 1685033"/>
              <a:gd name="connsiteY34" fmla="*/ 1181100 h 1266031"/>
              <a:gd name="connsiteX0" fmla="*/ 996950 w 1685033"/>
              <a:gd name="connsiteY0" fmla="*/ 0 h 1266031"/>
              <a:gd name="connsiteX1" fmla="*/ 1073150 w 1685033"/>
              <a:gd name="connsiteY1" fmla="*/ 107950 h 1266031"/>
              <a:gd name="connsiteX2" fmla="*/ 1111250 w 1685033"/>
              <a:gd name="connsiteY2" fmla="*/ 146050 h 1266031"/>
              <a:gd name="connsiteX3" fmla="*/ 1149350 w 1685033"/>
              <a:gd name="connsiteY3" fmla="*/ 165100 h 1266031"/>
              <a:gd name="connsiteX4" fmla="*/ 1225550 w 1685033"/>
              <a:gd name="connsiteY4" fmla="*/ 184150 h 1266031"/>
              <a:gd name="connsiteX5" fmla="*/ 1295400 w 1685033"/>
              <a:gd name="connsiteY5" fmla="*/ 196850 h 1266031"/>
              <a:gd name="connsiteX6" fmla="*/ 1492250 w 1685033"/>
              <a:gd name="connsiteY6" fmla="*/ 234950 h 1266031"/>
              <a:gd name="connsiteX7" fmla="*/ 1581150 w 1685033"/>
              <a:gd name="connsiteY7" fmla="*/ 285750 h 1266031"/>
              <a:gd name="connsiteX8" fmla="*/ 1657350 w 1685033"/>
              <a:gd name="connsiteY8" fmla="*/ 374650 h 1266031"/>
              <a:gd name="connsiteX9" fmla="*/ 1676400 w 1685033"/>
              <a:gd name="connsiteY9" fmla="*/ 444500 h 1266031"/>
              <a:gd name="connsiteX10" fmla="*/ 1682750 w 1685033"/>
              <a:gd name="connsiteY10" fmla="*/ 679450 h 1266031"/>
              <a:gd name="connsiteX11" fmla="*/ 1638300 w 1685033"/>
              <a:gd name="connsiteY11" fmla="*/ 755650 h 1266031"/>
              <a:gd name="connsiteX12" fmla="*/ 1530350 w 1685033"/>
              <a:gd name="connsiteY12" fmla="*/ 806450 h 1266031"/>
              <a:gd name="connsiteX13" fmla="*/ 1231900 w 1685033"/>
              <a:gd name="connsiteY13" fmla="*/ 787400 h 1266031"/>
              <a:gd name="connsiteX14" fmla="*/ 1130300 w 1685033"/>
              <a:gd name="connsiteY14" fmla="*/ 685800 h 1266031"/>
              <a:gd name="connsiteX15" fmla="*/ 1066800 w 1685033"/>
              <a:gd name="connsiteY15" fmla="*/ 571500 h 1266031"/>
              <a:gd name="connsiteX16" fmla="*/ 1028700 w 1685033"/>
              <a:gd name="connsiteY16" fmla="*/ 482600 h 1266031"/>
              <a:gd name="connsiteX17" fmla="*/ 1009650 w 1685033"/>
              <a:gd name="connsiteY17" fmla="*/ 431800 h 1266031"/>
              <a:gd name="connsiteX18" fmla="*/ 927100 w 1685033"/>
              <a:gd name="connsiteY18" fmla="*/ 381000 h 1266031"/>
              <a:gd name="connsiteX19" fmla="*/ 857250 w 1685033"/>
              <a:gd name="connsiteY19" fmla="*/ 361950 h 1266031"/>
              <a:gd name="connsiteX20" fmla="*/ 692150 w 1685033"/>
              <a:gd name="connsiteY20" fmla="*/ 368300 h 1266031"/>
              <a:gd name="connsiteX21" fmla="*/ 641350 w 1685033"/>
              <a:gd name="connsiteY21" fmla="*/ 412750 h 1266031"/>
              <a:gd name="connsiteX22" fmla="*/ 577850 w 1685033"/>
              <a:gd name="connsiteY22" fmla="*/ 514350 h 1266031"/>
              <a:gd name="connsiteX23" fmla="*/ 520700 w 1685033"/>
              <a:gd name="connsiteY23" fmla="*/ 641350 h 1266031"/>
              <a:gd name="connsiteX24" fmla="*/ 527050 w 1685033"/>
              <a:gd name="connsiteY24" fmla="*/ 730250 h 1266031"/>
              <a:gd name="connsiteX25" fmla="*/ 546100 w 1685033"/>
              <a:gd name="connsiteY25" fmla="*/ 749300 h 1266031"/>
              <a:gd name="connsiteX26" fmla="*/ 571500 w 1685033"/>
              <a:gd name="connsiteY26" fmla="*/ 793750 h 1266031"/>
              <a:gd name="connsiteX27" fmla="*/ 596900 w 1685033"/>
              <a:gd name="connsiteY27" fmla="*/ 812800 h 1266031"/>
              <a:gd name="connsiteX28" fmla="*/ 611188 w 1685033"/>
              <a:gd name="connsiteY28" fmla="*/ 857250 h 1266031"/>
              <a:gd name="connsiteX29" fmla="*/ 660400 w 1685033"/>
              <a:gd name="connsiteY29" fmla="*/ 927100 h 1266031"/>
              <a:gd name="connsiteX30" fmla="*/ 628650 w 1685033"/>
              <a:gd name="connsiteY30" fmla="*/ 1123950 h 1266031"/>
              <a:gd name="connsiteX31" fmla="*/ 544513 w 1685033"/>
              <a:gd name="connsiteY31" fmla="*/ 1218406 h 1266031"/>
              <a:gd name="connsiteX32" fmla="*/ 364332 w 1685033"/>
              <a:gd name="connsiteY32" fmla="*/ 1266031 h 1266031"/>
              <a:gd name="connsiteX33" fmla="*/ 76200 w 1685033"/>
              <a:gd name="connsiteY33" fmla="*/ 1219200 h 1266031"/>
              <a:gd name="connsiteX34" fmla="*/ 0 w 1685033"/>
              <a:gd name="connsiteY34" fmla="*/ 1181100 h 1266031"/>
              <a:gd name="connsiteX0" fmla="*/ 996950 w 1685033"/>
              <a:gd name="connsiteY0" fmla="*/ 0 h 1266031"/>
              <a:gd name="connsiteX1" fmla="*/ 1073150 w 1685033"/>
              <a:gd name="connsiteY1" fmla="*/ 107950 h 1266031"/>
              <a:gd name="connsiteX2" fmla="*/ 1111250 w 1685033"/>
              <a:gd name="connsiteY2" fmla="*/ 146050 h 1266031"/>
              <a:gd name="connsiteX3" fmla="*/ 1149350 w 1685033"/>
              <a:gd name="connsiteY3" fmla="*/ 165100 h 1266031"/>
              <a:gd name="connsiteX4" fmla="*/ 1225550 w 1685033"/>
              <a:gd name="connsiteY4" fmla="*/ 184150 h 1266031"/>
              <a:gd name="connsiteX5" fmla="*/ 1295400 w 1685033"/>
              <a:gd name="connsiteY5" fmla="*/ 196850 h 1266031"/>
              <a:gd name="connsiteX6" fmla="*/ 1492250 w 1685033"/>
              <a:gd name="connsiteY6" fmla="*/ 234950 h 1266031"/>
              <a:gd name="connsiteX7" fmla="*/ 1581150 w 1685033"/>
              <a:gd name="connsiteY7" fmla="*/ 285750 h 1266031"/>
              <a:gd name="connsiteX8" fmla="*/ 1657350 w 1685033"/>
              <a:gd name="connsiteY8" fmla="*/ 374650 h 1266031"/>
              <a:gd name="connsiteX9" fmla="*/ 1676400 w 1685033"/>
              <a:gd name="connsiteY9" fmla="*/ 444500 h 1266031"/>
              <a:gd name="connsiteX10" fmla="*/ 1682750 w 1685033"/>
              <a:gd name="connsiteY10" fmla="*/ 679450 h 1266031"/>
              <a:gd name="connsiteX11" fmla="*/ 1638300 w 1685033"/>
              <a:gd name="connsiteY11" fmla="*/ 755650 h 1266031"/>
              <a:gd name="connsiteX12" fmla="*/ 1530350 w 1685033"/>
              <a:gd name="connsiteY12" fmla="*/ 806450 h 1266031"/>
              <a:gd name="connsiteX13" fmla="*/ 1231900 w 1685033"/>
              <a:gd name="connsiteY13" fmla="*/ 787400 h 1266031"/>
              <a:gd name="connsiteX14" fmla="*/ 1130300 w 1685033"/>
              <a:gd name="connsiteY14" fmla="*/ 685800 h 1266031"/>
              <a:gd name="connsiteX15" fmla="*/ 1066800 w 1685033"/>
              <a:gd name="connsiteY15" fmla="*/ 571500 h 1266031"/>
              <a:gd name="connsiteX16" fmla="*/ 1028700 w 1685033"/>
              <a:gd name="connsiteY16" fmla="*/ 482600 h 1266031"/>
              <a:gd name="connsiteX17" fmla="*/ 1009650 w 1685033"/>
              <a:gd name="connsiteY17" fmla="*/ 431800 h 1266031"/>
              <a:gd name="connsiteX18" fmla="*/ 927100 w 1685033"/>
              <a:gd name="connsiteY18" fmla="*/ 381000 h 1266031"/>
              <a:gd name="connsiteX19" fmla="*/ 857250 w 1685033"/>
              <a:gd name="connsiteY19" fmla="*/ 361950 h 1266031"/>
              <a:gd name="connsiteX20" fmla="*/ 692150 w 1685033"/>
              <a:gd name="connsiteY20" fmla="*/ 368300 h 1266031"/>
              <a:gd name="connsiteX21" fmla="*/ 641350 w 1685033"/>
              <a:gd name="connsiteY21" fmla="*/ 412750 h 1266031"/>
              <a:gd name="connsiteX22" fmla="*/ 577850 w 1685033"/>
              <a:gd name="connsiteY22" fmla="*/ 514350 h 1266031"/>
              <a:gd name="connsiteX23" fmla="*/ 520700 w 1685033"/>
              <a:gd name="connsiteY23" fmla="*/ 641350 h 1266031"/>
              <a:gd name="connsiteX24" fmla="*/ 527050 w 1685033"/>
              <a:gd name="connsiteY24" fmla="*/ 730250 h 1266031"/>
              <a:gd name="connsiteX25" fmla="*/ 546100 w 1685033"/>
              <a:gd name="connsiteY25" fmla="*/ 749300 h 1266031"/>
              <a:gd name="connsiteX26" fmla="*/ 571500 w 1685033"/>
              <a:gd name="connsiteY26" fmla="*/ 793750 h 1266031"/>
              <a:gd name="connsiteX27" fmla="*/ 611188 w 1685033"/>
              <a:gd name="connsiteY27" fmla="*/ 857250 h 1266031"/>
              <a:gd name="connsiteX28" fmla="*/ 660400 w 1685033"/>
              <a:gd name="connsiteY28" fmla="*/ 927100 h 1266031"/>
              <a:gd name="connsiteX29" fmla="*/ 628650 w 1685033"/>
              <a:gd name="connsiteY29" fmla="*/ 1123950 h 1266031"/>
              <a:gd name="connsiteX30" fmla="*/ 544513 w 1685033"/>
              <a:gd name="connsiteY30" fmla="*/ 1218406 h 1266031"/>
              <a:gd name="connsiteX31" fmla="*/ 364332 w 1685033"/>
              <a:gd name="connsiteY31" fmla="*/ 1266031 h 1266031"/>
              <a:gd name="connsiteX32" fmla="*/ 76200 w 1685033"/>
              <a:gd name="connsiteY32" fmla="*/ 1219200 h 1266031"/>
              <a:gd name="connsiteX33" fmla="*/ 0 w 1685033"/>
              <a:gd name="connsiteY33" fmla="*/ 1181100 h 1266031"/>
              <a:gd name="connsiteX0" fmla="*/ 996950 w 1685033"/>
              <a:gd name="connsiteY0" fmla="*/ 0 h 1266031"/>
              <a:gd name="connsiteX1" fmla="*/ 1073150 w 1685033"/>
              <a:gd name="connsiteY1" fmla="*/ 107950 h 1266031"/>
              <a:gd name="connsiteX2" fmla="*/ 1111250 w 1685033"/>
              <a:gd name="connsiteY2" fmla="*/ 146050 h 1266031"/>
              <a:gd name="connsiteX3" fmla="*/ 1149350 w 1685033"/>
              <a:gd name="connsiteY3" fmla="*/ 165100 h 1266031"/>
              <a:gd name="connsiteX4" fmla="*/ 1225550 w 1685033"/>
              <a:gd name="connsiteY4" fmla="*/ 184150 h 1266031"/>
              <a:gd name="connsiteX5" fmla="*/ 1295400 w 1685033"/>
              <a:gd name="connsiteY5" fmla="*/ 196850 h 1266031"/>
              <a:gd name="connsiteX6" fmla="*/ 1492250 w 1685033"/>
              <a:gd name="connsiteY6" fmla="*/ 234950 h 1266031"/>
              <a:gd name="connsiteX7" fmla="*/ 1581150 w 1685033"/>
              <a:gd name="connsiteY7" fmla="*/ 285750 h 1266031"/>
              <a:gd name="connsiteX8" fmla="*/ 1657350 w 1685033"/>
              <a:gd name="connsiteY8" fmla="*/ 374650 h 1266031"/>
              <a:gd name="connsiteX9" fmla="*/ 1676400 w 1685033"/>
              <a:gd name="connsiteY9" fmla="*/ 444500 h 1266031"/>
              <a:gd name="connsiteX10" fmla="*/ 1682750 w 1685033"/>
              <a:gd name="connsiteY10" fmla="*/ 679450 h 1266031"/>
              <a:gd name="connsiteX11" fmla="*/ 1638300 w 1685033"/>
              <a:gd name="connsiteY11" fmla="*/ 755650 h 1266031"/>
              <a:gd name="connsiteX12" fmla="*/ 1530350 w 1685033"/>
              <a:gd name="connsiteY12" fmla="*/ 806450 h 1266031"/>
              <a:gd name="connsiteX13" fmla="*/ 1231900 w 1685033"/>
              <a:gd name="connsiteY13" fmla="*/ 787400 h 1266031"/>
              <a:gd name="connsiteX14" fmla="*/ 1130300 w 1685033"/>
              <a:gd name="connsiteY14" fmla="*/ 685800 h 1266031"/>
              <a:gd name="connsiteX15" fmla="*/ 1066800 w 1685033"/>
              <a:gd name="connsiteY15" fmla="*/ 571500 h 1266031"/>
              <a:gd name="connsiteX16" fmla="*/ 1028700 w 1685033"/>
              <a:gd name="connsiteY16" fmla="*/ 482600 h 1266031"/>
              <a:gd name="connsiteX17" fmla="*/ 1009650 w 1685033"/>
              <a:gd name="connsiteY17" fmla="*/ 431800 h 1266031"/>
              <a:gd name="connsiteX18" fmla="*/ 927100 w 1685033"/>
              <a:gd name="connsiteY18" fmla="*/ 381000 h 1266031"/>
              <a:gd name="connsiteX19" fmla="*/ 857250 w 1685033"/>
              <a:gd name="connsiteY19" fmla="*/ 361950 h 1266031"/>
              <a:gd name="connsiteX20" fmla="*/ 692150 w 1685033"/>
              <a:gd name="connsiteY20" fmla="*/ 368300 h 1266031"/>
              <a:gd name="connsiteX21" fmla="*/ 641350 w 1685033"/>
              <a:gd name="connsiteY21" fmla="*/ 412750 h 1266031"/>
              <a:gd name="connsiteX22" fmla="*/ 577850 w 1685033"/>
              <a:gd name="connsiteY22" fmla="*/ 514350 h 1266031"/>
              <a:gd name="connsiteX23" fmla="*/ 520700 w 1685033"/>
              <a:gd name="connsiteY23" fmla="*/ 641350 h 1266031"/>
              <a:gd name="connsiteX24" fmla="*/ 527050 w 1685033"/>
              <a:gd name="connsiteY24" fmla="*/ 730250 h 1266031"/>
              <a:gd name="connsiteX25" fmla="*/ 571500 w 1685033"/>
              <a:gd name="connsiteY25" fmla="*/ 793750 h 1266031"/>
              <a:gd name="connsiteX26" fmla="*/ 611188 w 1685033"/>
              <a:gd name="connsiteY26" fmla="*/ 857250 h 1266031"/>
              <a:gd name="connsiteX27" fmla="*/ 660400 w 1685033"/>
              <a:gd name="connsiteY27" fmla="*/ 927100 h 1266031"/>
              <a:gd name="connsiteX28" fmla="*/ 628650 w 1685033"/>
              <a:gd name="connsiteY28" fmla="*/ 1123950 h 1266031"/>
              <a:gd name="connsiteX29" fmla="*/ 544513 w 1685033"/>
              <a:gd name="connsiteY29" fmla="*/ 1218406 h 1266031"/>
              <a:gd name="connsiteX30" fmla="*/ 364332 w 1685033"/>
              <a:gd name="connsiteY30" fmla="*/ 1266031 h 1266031"/>
              <a:gd name="connsiteX31" fmla="*/ 76200 w 1685033"/>
              <a:gd name="connsiteY31" fmla="*/ 1219200 h 1266031"/>
              <a:gd name="connsiteX32" fmla="*/ 0 w 1685033"/>
              <a:gd name="connsiteY32" fmla="*/ 1181100 h 1266031"/>
              <a:gd name="connsiteX0" fmla="*/ 996950 w 1685033"/>
              <a:gd name="connsiteY0" fmla="*/ 0 h 1266031"/>
              <a:gd name="connsiteX1" fmla="*/ 1073150 w 1685033"/>
              <a:gd name="connsiteY1" fmla="*/ 107950 h 1266031"/>
              <a:gd name="connsiteX2" fmla="*/ 1111250 w 1685033"/>
              <a:gd name="connsiteY2" fmla="*/ 146050 h 1266031"/>
              <a:gd name="connsiteX3" fmla="*/ 1149350 w 1685033"/>
              <a:gd name="connsiteY3" fmla="*/ 165100 h 1266031"/>
              <a:gd name="connsiteX4" fmla="*/ 1225550 w 1685033"/>
              <a:gd name="connsiteY4" fmla="*/ 184150 h 1266031"/>
              <a:gd name="connsiteX5" fmla="*/ 1295400 w 1685033"/>
              <a:gd name="connsiteY5" fmla="*/ 196850 h 1266031"/>
              <a:gd name="connsiteX6" fmla="*/ 1492250 w 1685033"/>
              <a:gd name="connsiteY6" fmla="*/ 234950 h 1266031"/>
              <a:gd name="connsiteX7" fmla="*/ 1581150 w 1685033"/>
              <a:gd name="connsiteY7" fmla="*/ 285750 h 1266031"/>
              <a:gd name="connsiteX8" fmla="*/ 1657350 w 1685033"/>
              <a:gd name="connsiteY8" fmla="*/ 374650 h 1266031"/>
              <a:gd name="connsiteX9" fmla="*/ 1676400 w 1685033"/>
              <a:gd name="connsiteY9" fmla="*/ 444500 h 1266031"/>
              <a:gd name="connsiteX10" fmla="*/ 1682750 w 1685033"/>
              <a:gd name="connsiteY10" fmla="*/ 679450 h 1266031"/>
              <a:gd name="connsiteX11" fmla="*/ 1638300 w 1685033"/>
              <a:gd name="connsiteY11" fmla="*/ 755650 h 1266031"/>
              <a:gd name="connsiteX12" fmla="*/ 1530350 w 1685033"/>
              <a:gd name="connsiteY12" fmla="*/ 806450 h 1266031"/>
              <a:gd name="connsiteX13" fmla="*/ 1231900 w 1685033"/>
              <a:gd name="connsiteY13" fmla="*/ 787400 h 1266031"/>
              <a:gd name="connsiteX14" fmla="*/ 1130300 w 1685033"/>
              <a:gd name="connsiteY14" fmla="*/ 685800 h 1266031"/>
              <a:gd name="connsiteX15" fmla="*/ 1066800 w 1685033"/>
              <a:gd name="connsiteY15" fmla="*/ 571500 h 1266031"/>
              <a:gd name="connsiteX16" fmla="*/ 1028700 w 1685033"/>
              <a:gd name="connsiteY16" fmla="*/ 482600 h 1266031"/>
              <a:gd name="connsiteX17" fmla="*/ 1009650 w 1685033"/>
              <a:gd name="connsiteY17" fmla="*/ 431800 h 1266031"/>
              <a:gd name="connsiteX18" fmla="*/ 927100 w 1685033"/>
              <a:gd name="connsiteY18" fmla="*/ 381000 h 1266031"/>
              <a:gd name="connsiteX19" fmla="*/ 857250 w 1685033"/>
              <a:gd name="connsiteY19" fmla="*/ 361950 h 1266031"/>
              <a:gd name="connsiteX20" fmla="*/ 692150 w 1685033"/>
              <a:gd name="connsiteY20" fmla="*/ 368300 h 1266031"/>
              <a:gd name="connsiteX21" fmla="*/ 641350 w 1685033"/>
              <a:gd name="connsiteY21" fmla="*/ 412750 h 1266031"/>
              <a:gd name="connsiteX22" fmla="*/ 577850 w 1685033"/>
              <a:gd name="connsiteY22" fmla="*/ 514350 h 1266031"/>
              <a:gd name="connsiteX23" fmla="*/ 520700 w 1685033"/>
              <a:gd name="connsiteY23" fmla="*/ 641350 h 1266031"/>
              <a:gd name="connsiteX24" fmla="*/ 527050 w 1685033"/>
              <a:gd name="connsiteY24" fmla="*/ 730250 h 1266031"/>
              <a:gd name="connsiteX25" fmla="*/ 535781 w 1685033"/>
              <a:gd name="connsiteY25" fmla="*/ 800894 h 1266031"/>
              <a:gd name="connsiteX26" fmla="*/ 611188 w 1685033"/>
              <a:gd name="connsiteY26" fmla="*/ 857250 h 1266031"/>
              <a:gd name="connsiteX27" fmla="*/ 660400 w 1685033"/>
              <a:gd name="connsiteY27" fmla="*/ 927100 h 1266031"/>
              <a:gd name="connsiteX28" fmla="*/ 628650 w 1685033"/>
              <a:gd name="connsiteY28" fmla="*/ 1123950 h 1266031"/>
              <a:gd name="connsiteX29" fmla="*/ 544513 w 1685033"/>
              <a:gd name="connsiteY29" fmla="*/ 1218406 h 1266031"/>
              <a:gd name="connsiteX30" fmla="*/ 364332 w 1685033"/>
              <a:gd name="connsiteY30" fmla="*/ 1266031 h 1266031"/>
              <a:gd name="connsiteX31" fmla="*/ 76200 w 1685033"/>
              <a:gd name="connsiteY31" fmla="*/ 1219200 h 1266031"/>
              <a:gd name="connsiteX32" fmla="*/ 0 w 1685033"/>
              <a:gd name="connsiteY32" fmla="*/ 1181100 h 1266031"/>
              <a:gd name="connsiteX0" fmla="*/ 996950 w 1685033"/>
              <a:gd name="connsiteY0" fmla="*/ 0 h 1266031"/>
              <a:gd name="connsiteX1" fmla="*/ 1073150 w 1685033"/>
              <a:gd name="connsiteY1" fmla="*/ 107950 h 1266031"/>
              <a:gd name="connsiteX2" fmla="*/ 1111250 w 1685033"/>
              <a:gd name="connsiteY2" fmla="*/ 146050 h 1266031"/>
              <a:gd name="connsiteX3" fmla="*/ 1149350 w 1685033"/>
              <a:gd name="connsiteY3" fmla="*/ 165100 h 1266031"/>
              <a:gd name="connsiteX4" fmla="*/ 1225550 w 1685033"/>
              <a:gd name="connsiteY4" fmla="*/ 184150 h 1266031"/>
              <a:gd name="connsiteX5" fmla="*/ 1295400 w 1685033"/>
              <a:gd name="connsiteY5" fmla="*/ 196850 h 1266031"/>
              <a:gd name="connsiteX6" fmla="*/ 1492250 w 1685033"/>
              <a:gd name="connsiteY6" fmla="*/ 234950 h 1266031"/>
              <a:gd name="connsiteX7" fmla="*/ 1581150 w 1685033"/>
              <a:gd name="connsiteY7" fmla="*/ 285750 h 1266031"/>
              <a:gd name="connsiteX8" fmla="*/ 1657350 w 1685033"/>
              <a:gd name="connsiteY8" fmla="*/ 374650 h 1266031"/>
              <a:gd name="connsiteX9" fmla="*/ 1676400 w 1685033"/>
              <a:gd name="connsiteY9" fmla="*/ 444500 h 1266031"/>
              <a:gd name="connsiteX10" fmla="*/ 1682750 w 1685033"/>
              <a:gd name="connsiteY10" fmla="*/ 679450 h 1266031"/>
              <a:gd name="connsiteX11" fmla="*/ 1638300 w 1685033"/>
              <a:gd name="connsiteY11" fmla="*/ 755650 h 1266031"/>
              <a:gd name="connsiteX12" fmla="*/ 1530350 w 1685033"/>
              <a:gd name="connsiteY12" fmla="*/ 806450 h 1266031"/>
              <a:gd name="connsiteX13" fmla="*/ 1231900 w 1685033"/>
              <a:gd name="connsiteY13" fmla="*/ 787400 h 1266031"/>
              <a:gd name="connsiteX14" fmla="*/ 1130300 w 1685033"/>
              <a:gd name="connsiteY14" fmla="*/ 685800 h 1266031"/>
              <a:gd name="connsiteX15" fmla="*/ 1066800 w 1685033"/>
              <a:gd name="connsiteY15" fmla="*/ 571500 h 1266031"/>
              <a:gd name="connsiteX16" fmla="*/ 1028700 w 1685033"/>
              <a:gd name="connsiteY16" fmla="*/ 482600 h 1266031"/>
              <a:gd name="connsiteX17" fmla="*/ 1009650 w 1685033"/>
              <a:gd name="connsiteY17" fmla="*/ 431800 h 1266031"/>
              <a:gd name="connsiteX18" fmla="*/ 927100 w 1685033"/>
              <a:gd name="connsiteY18" fmla="*/ 381000 h 1266031"/>
              <a:gd name="connsiteX19" fmla="*/ 857250 w 1685033"/>
              <a:gd name="connsiteY19" fmla="*/ 361950 h 1266031"/>
              <a:gd name="connsiteX20" fmla="*/ 692150 w 1685033"/>
              <a:gd name="connsiteY20" fmla="*/ 368300 h 1266031"/>
              <a:gd name="connsiteX21" fmla="*/ 641350 w 1685033"/>
              <a:gd name="connsiteY21" fmla="*/ 412750 h 1266031"/>
              <a:gd name="connsiteX22" fmla="*/ 577850 w 1685033"/>
              <a:gd name="connsiteY22" fmla="*/ 514350 h 1266031"/>
              <a:gd name="connsiteX23" fmla="*/ 520700 w 1685033"/>
              <a:gd name="connsiteY23" fmla="*/ 641350 h 1266031"/>
              <a:gd name="connsiteX24" fmla="*/ 527050 w 1685033"/>
              <a:gd name="connsiteY24" fmla="*/ 730250 h 1266031"/>
              <a:gd name="connsiteX25" fmla="*/ 535781 w 1685033"/>
              <a:gd name="connsiteY25" fmla="*/ 800894 h 1266031"/>
              <a:gd name="connsiteX26" fmla="*/ 618332 w 1685033"/>
              <a:gd name="connsiteY26" fmla="*/ 850107 h 1266031"/>
              <a:gd name="connsiteX27" fmla="*/ 660400 w 1685033"/>
              <a:gd name="connsiteY27" fmla="*/ 927100 h 1266031"/>
              <a:gd name="connsiteX28" fmla="*/ 628650 w 1685033"/>
              <a:gd name="connsiteY28" fmla="*/ 1123950 h 1266031"/>
              <a:gd name="connsiteX29" fmla="*/ 544513 w 1685033"/>
              <a:gd name="connsiteY29" fmla="*/ 1218406 h 1266031"/>
              <a:gd name="connsiteX30" fmla="*/ 364332 w 1685033"/>
              <a:gd name="connsiteY30" fmla="*/ 1266031 h 1266031"/>
              <a:gd name="connsiteX31" fmla="*/ 76200 w 1685033"/>
              <a:gd name="connsiteY31" fmla="*/ 1219200 h 1266031"/>
              <a:gd name="connsiteX32" fmla="*/ 0 w 1685033"/>
              <a:gd name="connsiteY32" fmla="*/ 1181100 h 1266031"/>
              <a:gd name="connsiteX0" fmla="*/ 996950 w 1685033"/>
              <a:gd name="connsiteY0" fmla="*/ 0 h 1266031"/>
              <a:gd name="connsiteX1" fmla="*/ 1073150 w 1685033"/>
              <a:gd name="connsiteY1" fmla="*/ 107950 h 1266031"/>
              <a:gd name="connsiteX2" fmla="*/ 1111250 w 1685033"/>
              <a:gd name="connsiteY2" fmla="*/ 146050 h 1266031"/>
              <a:gd name="connsiteX3" fmla="*/ 1149350 w 1685033"/>
              <a:gd name="connsiteY3" fmla="*/ 165100 h 1266031"/>
              <a:gd name="connsiteX4" fmla="*/ 1225550 w 1685033"/>
              <a:gd name="connsiteY4" fmla="*/ 184150 h 1266031"/>
              <a:gd name="connsiteX5" fmla="*/ 1295400 w 1685033"/>
              <a:gd name="connsiteY5" fmla="*/ 196850 h 1266031"/>
              <a:gd name="connsiteX6" fmla="*/ 1492250 w 1685033"/>
              <a:gd name="connsiteY6" fmla="*/ 234950 h 1266031"/>
              <a:gd name="connsiteX7" fmla="*/ 1581150 w 1685033"/>
              <a:gd name="connsiteY7" fmla="*/ 285750 h 1266031"/>
              <a:gd name="connsiteX8" fmla="*/ 1657350 w 1685033"/>
              <a:gd name="connsiteY8" fmla="*/ 374650 h 1266031"/>
              <a:gd name="connsiteX9" fmla="*/ 1676400 w 1685033"/>
              <a:gd name="connsiteY9" fmla="*/ 444500 h 1266031"/>
              <a:gd name="connsiteX10" fmla="*/ 1682750 w 1685033"/>
              <a:gd name="connsiteY10" fmla="*/ 679450 h 1266031"/>
              <a:gd name="connsiteX11" fmla="*/ 1638300 w 1685033"/>
              <a:gd name="connsiteY11" fmla="*/ 755650 h 1266031"/>
              <a:gd name="connsiteX12" fmla="*/ 1530350 w 1685033"/>
              <a:gd name="connsiteY12" fmla="*/ 806450 h 1266031"/>
              <a:gd name="connsiteX13" fmla="*/ 1231900 w 1685033"/>
              <a:gd name="connsiteY13" fmla="*/ 787400 h 1266031"/>
              <a:gd name="connsiteX14" fmla="*/ 1130300 w 1685033"/>
              <a:gd name="connsiteY14" fmla="*/ 685800 h 1266031"/>
              <a:gd name="connsiteX15" fmla="*/ 1066800 w 1685033"/>
              <a:gd name="connsiteY15" fmla="*/ 571500 h 1266031"/>
              <a:gd name="connsiteX16" fmla="*/ 1028700 w 1685033"/>
              <a:gd name="connsiteY16" fmla="*/ 482600 h 1266031"/>
              <a:gd name="connsiteX17" fmla="*/ 1009650 w 1685033"/>
              <a:gd name="connsiteY17" fmla="*/ 431800 h 1266031"/>
              <a:gd name="connsiteX18" fmla="*/ 927100 w 1685033"/>
              <a:gd name="connsiteY18" fmla="*/ 381000 h 1266031"/>
              <a:gd name="connsiteX19" fmla="*/ 857250 w 1685033"/>
              <a:gd name="connsiteY19" fmla="*/ 361950 h 1266031"/>
              <a:gd name="connsiteX20" fmla="*/ 692150 w 1685033"/>
              <a:gd name="connsiteY20" fmla="*/ 368300 h 1266031"/>
              <a:gd name="connsiteX21" fmla="*/ 641350 w 1685033"/>
              <a:gd name="connsiteY21" fmla="*/ 412750 h 1266031"/>
              <a:gd name="connsiteX22" fmla="*/ 577850 w 1685033"/>
              <a:gd name="connsiteY22" fmla="*/ 514350 h 1266031"/>
              <a:gd name="connsiteX23" fmla="*/ 520700 w 1685033"/>
              <a:gd name="connsiteY23" fmla="*/ 641350 h 1266031"/>
              <a:gd name="connsiteX24" fmla="*/ 527050 w 1685033"/>
              <a:gd name="connsiteY24" fmla="*/ 730250 h 1266031"/>
              <a:gd name="connsiteX25" fmla="*/ 618332 w 1685033"/>
              <a:gd name="connsiteY25" fmla="*/ 850107 h 1266031"/>
              <a:gd name="connsiteX26" fmla="*/ 660400 w 1685033"/>
              <a:gd name="connsiteY26" fmla="*/ 927100 h 1266031"/>
              <a:gd name="connsiteX27" fmla="*/ 628650 w 1685033"/>
              <a:gd name="connsiteY27" fmla="*/ 1123950 h 1266031"/>
              <a:gd name="connsiteX28" fmla="*/ 544513 w 1685033"/>
              <a:gd name="connsiteY28" fmla="*/ 1218406 h 1266031"/>
              <a:gd name="connsiteX29" fmla="*/ 364332 w 1685033"/>
              <a:gd name="connsiteY29" fmla="*/ 1266031 h 1266031"/>
              <a:gd name="connsiteX30" fmla="*/ 76200 w 1685033"/>
              <a:gd name="connsiteY30" fmla="*/ 1219200 h 1266031"/>
              <a:gd name="connsiteX31" fmla="*/ 0 w 1685033"/>
              <a:gd name="connsiteY31" fmla="*/ 1181100 h 1266031"/>
              <a:gd name="connsiteX0" fmla="*/ 996950 w 1685033"/>
              <a:gd name="connsiteY0" fmla="*/ 0 h 1266031"/>
              <a:gd name="connsiteX1" fmla="*/ 1073150 w 1685033"/>
              <a:gd name="connsiteY1" fmla="*/ 107950 h 1266031"/>
              <a:gd name="connsiteX2" fmla="*/ 1111250 w 1685033"/>
              <a:gd name="connsiteY2" fmla="*/ 146050 h 1266031"/>
              <a:gd name="connsiteX3" fmla="*/ 1149350 w 1685033"/>
              <a:gd name="connsiteY3" fmla="*/ 165100 h 1266031"/>
              <a:gd name="connsiteX4" fmla="*/ 1225550 w 1685033"/>
              <a:gd name="connsiteY4" fmla="*/ 184150 h 1266031"/>
              <a:gd name="connsiteX5" fmla="*/ 1295400 w 1685033"/>
              <a:gd name="connsiteY5" fmla="*/ 196850 h 1266031"/>
              <a:gd name="connsiteX6" fmla="*/ 1492250 w 1685033"/>
              <a:gd name="connsiteY6" fmla="*/ 234950 h 1266031"/>
              <a:gd name="connsiteX7" fmla="*/ 1581150 w 1685033"/>
              <a:gd name="connsiteY7" fmla="*/ 285750 h 1266031"/>
              <a:gd name="connsiteX8" fmla="*/ 1657350 w 1685033"/>
              <a:gd name="connsiteY8" fmla="*/ 374650 h 1266031"/>
              <a:gd name="connsiteX9" fmla="*/ 1676400 w 1685033"/>
              <a:gd name="connsiteY9" fmla="*/ 444500 h 1266031"/>
              <a:gd name="connsiteX10" fmla="*/ 1682750 w 1685033"/>
              <a:gd name="connsiteY10" fmla="*/ 679450 h 1266031"/>
              <a:gd name="connsiteX11" fmla="*/ 1638300 w 1685033"/>
              <a:gd name="connsiteY11" fmla="*/ 755650 h 1266031"/>
              <a:gd name="connsiteX12" fmla="*/ 1530350 w 1685033"/>
              <a:gd name="connsiteY12" fmla="*/ 806450 h 1266031"/>
              <a:gd name="connsiteX13" fmla="*/ 1231900 w 1685033"/>
              <a:gd name="connsiteY13" fmla="*/ 787400 h 1266031"/>
              <a:gd name="connsiteX14" fmla="*/ 1130300 w 1685033"/>
              <a:gd name="connsiteY14" fmla="*/ 685800 h 1266031"/>
              <a:gd name="connsiteX15" fmla="*/ 1066800 w 1685033"/>
              <a:gd name="connsiteY15" fmla="*/ 571500 h 1266031"/>
              <a:gd name="connsiteX16" fmla="*/ 1028700 w 1685033"/>
              <a:gd name="connsiteY16" fmla="*/ 482600 h 1266031"/>
              <a:gd name="connsiteX17" fmla="*/ 1009650 w 1685033"/>
              <a:gd name="connsiteY17" fmla="*/ 431800 h 1266031"/>
              <a:gd name="connsiteX18" fmla="*/ 927100 w 1685033"/>
              <a:gd name="connsiteY18" fmla="*/ 381000 h 1266031"/>
              <a:gd name="connsiteX19" fmla="*/ 857250 w 1685033"/>
              <a:gd name="connsiteY19" fmla="*/ 361950 h 1266031"/>
              <a:gd name="connsiteX20" fmla="*/ 692150 w 1685033"/>
              <a:gd name="connsiteY20" fmla="*/ 368300 h 1266031"/>
              <a:gd name="connsiteX21" fmla="*/ 641350 w 1685033"/>
              <a:gd name="connsiteY21" fmla="*/ 412750 h 1266031"/>
              <a:gd name="connsiteX22" fmla="*/ 577850 w 1685033"/>
              <a:gd name="connsiteY22" fmla="*/ 514350 h 1266031"/>
              <a:gd name="connsiteX23" fmla="*/ 534987 w 1685033"/>
              <a:gd name="connsiteY23" fmla="*/ 638968 h 1266031"/>
              <a:gd name="connsiteX24" fmla="*/ 527050 w 1685033"/>
              <a:gd name="connsiteY24" fmla="*/ 730250 h 1266031"/>
              <a:gd name="connsiteX25" fmla="*/ 618332 w 1685033"/>
              <a:gd name="connsiteY25" fmla="*/ 850107 h 1266031"/>
              <a:gd name="connsiteX26" fmla="*/ 660400 w 1685033"/>
              <a:gd name="connsiteY26" fmla="*/ 927100 h 1266031"/>
              <a:gd name="connsiteX27" fmla="*/ 628650 w 1685033"/>
              <a:gd name="connsiteY27" fmla="*/ 1123950 h 1266031"/>
              <a:gd name="connsiteX28" fmla="*/ 544513 w 1685033"/>
              <a:gd name="connsiteY28" fmla="*/ 1218406 h 1266031"/>
              <a:gd name="connsiteX29" fmla="*/ 364332 w 1685033"/>
              <a:gd name="connsiteY29" fmla="*/ 1266031 h 1266031"/>
              <a:gd name="connsiteX30" fmla="*/ 76200 w 1685033"/>
              <a:gd name="connsiteY30" fmla="*/ 1219200 h 1266031"/>
              <a:gd name="connsiteX31" fmla="*/ 0 w 1685033"/>
              <a:gd name="connsiteY31" fmla="*/ 1181100 h 1266031"/>
              <a:gd name="connsiteX0" fmla="*/ 996950 w 1685033"/>
              <a:gd name="connsiteY0" fmla="*/ 0 h 1266031"/>
              <a:gd name="connsiteX1" fmla="*/ 1073150 w 1685033"/>
              <a:gd name="connsiteY1" fmla="*/ 107950 h 1266031"/>
              <a:gd name="connsiteX2" fmla="*/ 1111250 w 1685033"/>
              <a:gd name="connsiteY2" fmla="*/ 146050 h 1266031"/>
              <a:gd name="connsiteX3" fmla="*/ 1149350 w 1685033"/>
              <a:gd name="connsiteY3" fmla="*/ 165100 h 1266031"/>
              <a:gd name="connsiteX4" fmla="*/ 1225550 w 1685033"/>
              <a:gd name="connsiteY4" fmla="*/ 184150 h 1266031"/>
              <a:gd name="connsiteX5" fmla="*/ 1295400 w 1685033"/>
              <a:gd name="connsiteY5" fmla="*/ 196850 h 1266031"/>
              <a:gd name="connsiteX6" fmla="*/ 1492250 w 1685033"/>
              <a:gd name="connsiteY6" fmla="*/ 234950 h 1266031"/>
              <a:gd name="connsiteX7" fmla="*/ 1581150 w 1685033"/>
              <a:gd name="connsiteY7" fmla="*/ 285750 h 1266031"/>
              <a:gd name="connsiteX8" fmla="*/ 1657350 w 1685033"/>
              <a:gd name="connsiteY8" fmla="*/ 374650 h 1266031"/>
              <a:gd name="connsiteX9" fmla="*/ 1676400 w 1685033"/>
              <a:gd name="connsiteY9" fmla="*/ 444500 h 1266031"/>
              <a:gd name="connsiteX10" fmla="*/ 1682750 w 1685033"/>
              <a:gd name="connsiteY10" fmla="*/ 679450 h 1266031"/>
              <a:gd name="connsiteX11" fmla="*/ 1638300 w 1685033"/>
              <a:gd name="connsiteY11" fmla="*/ 755650 h 1266031"/>
              <a:gd name="connsiteX12" fmla="*/ 1530350 w 1685033"/>
              <a:gd name="connsiteY12" fmla="*/ 806450 h 1266031"/>
              <a:gd name="connsiteX13" fmla="*/ 1231900 w 1685033"/>
              <a:gd name="connsiteY13" fmla="*/ 787400 h 1266031"/>
              <a:gd name="connsiteX14" fmla="*/ 1130300 w 1685033"/>
              <a:gd name="connsiteY14" fmla="*/ 685800 h 1266031"/>
              <a:gd name="connsiteX15" fmla="*/ 1066800 w 1685033"/>
              <a:gd name="connsiteY15" fmla="*/ 571500 h 1266031"/>
              <a:gd name="connsiteX16" fmla="*/ 1028700 w 1685033"/>
              <a:gd name="connsiteY16" fmla="*/ 482600 h 1266031"/>
              <a:gd name="connsiteX17" fmla="*/ 1009650 w 1685033"/>
              <a:gd name="connsiteY17" fmla="*/ 431800 h 1266031"/>
              <a:gd name="connsiteX18" fmla="*/ 927100 w 1685033"/>
              <a:gd name="connsiteY18" fmla="*/ 381000 h 1266031"/>
              <a:gd name="connsiteX19" fmla="*/ 857250 w 1685033"/>
              <a:gd name="connsiteY19" fmla="*/ 361950 h 1266031"/>
              <a:gd name="connsiteX20" fmla="*/ 692150 w 1685033"/>
              <a:gd name="connsiteY20" fmla="*/ 368300 h 1266031"/>
              <a:gd name="connsiteX21" fmla="*/ 641350 w 1685033"/>
              <a:gd name="connsiteY21" fmla="*/ 412750 h 1266031"/>
              <a:gd name="connsiteX22" fmla="*/ 599282 w 1685033"/>
              <a:gd name="connsiteY22" fmla="*/ 514350 h 1266031"/>
              <a:gd name="connsiteX23" fmla="*/ 534987 w 1685033"/>
              <a:gd name="connsiteY23" fmla="*/ 638968 h 1266031"/>
              <a:gd name="connsiteX24" fmla="*/ 527050 w 1685033"/>
              <a:gd name="connsiteY24" fmla="*/ 730250 h 1266031"/>
              <a:gd name="connsiteX25" fmla="*/ 618332 w 1685033"/>
              <a:gd name="connsiteY25" fmla="*/ 850107 h 1266031"/>
              <a:gd name="connsiteX26" fmla="*/ 660400 w 1685033"/>
              <a:gd name="connsiteY26" fmla="*/ 927100 h 1266031"/>
              <a:gd name="connsiteX27" fmla="*/ 628650 w 1685033"/>
              <a:gd name="connsiteY27" fmla="*/ 1123950 h 1266031"/>
              <a:gd name="connsiteX28" fmla="*/ 544513 w 1685033"/>
              <a:gd name="connsiteY28" fmla="*/ 1218406 h 1266031"/>
              <a:gd name="connsiteX29" fmla="*/ 364332 w 1685033"/>
              <a:gd name="connsiteY29" fmla="*/ 1266031 h 1266031"/>
              <a:gd name="connsiteX30" fmla="*/ 76200 w 1685033"/>
              <a:gd name="connsiteY30" fmla="*/ 1219200 h 1266031"/>
              <a:gd name="connsiteX31" fmla="*/ 0 w 1685033"/>
              <a:gd name="connsiteY31" fmla="*/ 1181100 h 1266031"/>
              <a:gd name="connsiteX0" fmla="*/ 996950 w 1685033"/>
              <a:gd name="connsiteY0" fmla="*/ 0 h 1266031"/>
              <a:gd name="connsiteX1" fmla="*/ 1073150 w 1685033"/>
              <a:gd name="connsiteY1" fmla="*/ 107950 h 1266031"/>
              <a:gd name="connsiteX2" fmla="*/ 1111250 w 1685033"/>
              <a:gd name="connsiteY2" fmla="*/ 146050 h 1266031"/>
              <a:gd name="connsiteX3" fmla="*/ 1149350 w 1685033"/>
              <a:gd name="connsiteY3" fmla="*/ 165100 h 1266031"/>
              <a:gd name="connsiteX4" fmla="*/ 1225550 w 1685033"/>
              <a:gd name="connsiteY4" fmla="*/ 184150 h 1266031"/>
              <a:gd name="connsiteX5" fmla="*/ 1295400 w 1685033"/>
              <a:gd name="connsiteY5" fmla="*/ 196850 h 1266031"/>
              <a:gd name="connsiteX6" fmla="*/ 1492250 w 1685033"/>
              <a:gd name="connsiteY6" fmla="*/ 234950 h 1266031"/>
              <a:gd name="connsiteX7" fmla="*/ 1581150 w 1685033"/>
              <a:gd name="connsiteY7" fmla="*/ 285750 h 1266031"/>
              <a:gd name="connsiteX8" fmla="*/ 1657350 w 1685033"/>
              <a:gd name="connsiteY8" fmla="*/ 374650 h 1266031"/>
              <a:gd name="connsiteX9" fmla="*/ 1676400 w 1685033"/>
              <a:gd name="connsiteY9" fmla="*/ 444500 h 1266031"/>
              <a:gd name="connsiteX10" fmla="*/ 1682750 w 1685033"/>
              <a:gd name="connsiteY10" fmla="*/ 679450 h 1266031"/>
              <a:gd name="connsiteX11" fmla="*/ 1638300 w 1685033"/>
              <a:gd name="connsiteY11" fmla="*/ 755650 h 1266031"/>
              <a:gd name="connsiteX12" fmla="*/ 1530350 w 1685033"/>
              <a:gd name="connsiteY12" fmla="*/ 806450 h 1266031"/>
              <a:gd name="connsiteX13" fmla="*/ 1231900 w 1685033"/>
              <a:gd name="connsiteY13" fmla="*/ 787400 h 1266031"/>
              <a:gd name="connsiteX14" fmla="*/ 1130300 w 1685033"/>
              <a:gd name="connsiteY14" fmla="*/ 685800 h 1266031"/>
              <a:gd name="connsiteX15" fmla="*/ 1066800 w 1685033"/>
              <a:gd name="connsiteY15" fmla="*/ 571500 h 1266031"/>
              <a:gd name="connsiteX16" fmla="*/ 1028700 w 1685033"/>
              <a:gd name="connsiteY16" fmla="*/ 482600 h 1266031"/>
              <a:gd name="connsiteX17" fmla="*/ 1009650 w 1685033"/>
              <a:gd name="connsiteY17" fmla="*/ 431800 h 1266031"/>
              <a:gd name="connsiteX18" fmla="*/ 927100 w 1685033"/>
              <a:gd name="connsiteY18" fmla="*/ 381000 h 1266031"/>
              <a:gd name="connsiteX19" fmla="*/ 857250 w 1685033"/>
              <a:gd name="connsiteY19" fmla="*/ 361950 h 1266031"/>
              <a:gd name="connsiteX20" fmla="*/ 692150 w 1685033"/>
              <a:gd name="connsiteY20" fmla="*/ 368300 h 1266031"/>
              <a:gd name="connsiteX21" fmla="*/ 677069 w 1685033"/>
              <a:gd name="connsiteY21" fmla="*/ 417512 h 1266031"/>
              <a:gd name="connsiteX22" fmla="*/ 599282 w 1685033"/>
              <a:gd name="connsiteY22" fmla="*/ 514350 h 1266031"/>
              <a:gd name="connsiteX23" fmla="*/ 534987 w 1685033"/>
              <a:gd name="connsiteY23" fmla="*/ 638968 h 1266031"/>
              <a:gd name="connsiteX24" fmla="*/ 527050 w 1685033"/>
              <a:gd name="connsiteY24" fmla="*/ 730250 h 1266031"/>
              <a:gd name="connsiteX25" fmla="*/ 618332 w 1685033"/>
              <a:gd name="connsiteY25" fmla="*/ 850107 h 1266031"/>
              <a:gd name="connsiteX26" fmla="*/ 660400 w 1685033"/>
              <a:gd name="connsiteY26" fmla="*/ 927100 h 1266031"/>
              <a:gd name="connsiteX27" fmla="*/ 628650 w 1685033"/>
              <a:gd name="connsiteY27" fmla="*/ 1123950 h 1266031"/>
              <a:gd name="connsiteX28" fmla="*/ 544513 w 1685033"/>
              <a:gd name="connsiteY28" fmla="*/ 1218406 h 1266031"/>
              <a:gd name="connsiteX29" fmla="*/ 364332 w 1685033"/>
              <a:gd name="connsiteY29" fmla="*/ 1266031 h 1266031"/>
              <a:gd name="connsiteX30" fmla="*/ 76200 w 1685033"/>
              <a:gd name="connsiteY30" fmla="*/ 1219200 h 1266031"/>
              <a:gd name="connsiteX31" fmla="*/ 0 w 1685033"/>
              <a:gd name="connsiteY31" fmla="*/ 1181100 h 1266031"/>
              <a:gd name="connsiteX0" fmla="*/ 996950 w 1685033"/>
              <a:gd name="connsiteY0" fmla="*/ 0 h 1266031"/>
              <a:gd name="connsiteX1" fmla="*/ 1073150 w 1685033"/>
              <a:gd name="connsiteY1" fmla="*/ 107950 h 1266031"/>
              <a:gd name="connsiteX2" fmla="*/ 1111250 w 1685033"/>
              <a:gd name="connsiteY2" fmla="*/ 146050 h 1266031"/>
              <a:gd name="connsiteX3" fmla="*/ 1149350 w 1685033"/>
              <a:gd name="connsiteY3" fmla="*/ 165100 h 1266031"/>
              <a:gd name="connsiteX4" fmla="*/ 1225550 w 1685033"/>
              <a:gd name="connsiteY4" fmla="*/ 184150 h 1266031"/>
              <a:gd name="connsiteX5" fmla="*/ 1295400 w 1685033"/>
              <a:gd name="connsiteY5" fmla="*/ 196850 h 1266031"/>
              <a:gd name="connsiteX6" fmla="*/ 1492250 w 1685033"/>
              <a:gd name="connsiteY6" fmla="*/ 234950 h 1266031"/>
              <a:gd name="connsiteX7" fmla="*/ 1581150 w 1685033"/>
              <a:gd name="connsiteY7" fmla="*/ 285750 h 1266031"/>
              <a:gd name="connsiteX8" fmla="*/ 1657350 w 1685033"/>
              <a:gd name="connsiteY8" fmla="*/ 374650 h 1266031"/>
              <a:gd name="connsiteX9" fmla="*/ 1676400 w 1685033"/>
              <a:gd name="connsiteY9" fmla="*/ 444500 h 1266031"/>
              <a:gd name="connsiteX10" fmla="*/ 1682750 w 1685033"/>
              <a:gd name="connsiteY10" fmla="*/ 679450 h 1266031"/>
              <a:gd name="connsiteX11" fmla="*/ 1638300 w 1685033"/>
              <a:gd name="connsiteY11" fmla="*/ 755650 h 1266031"/>
              <a:gd name="connsiteX12" fmla="*/ 1530350 w 1685033"/>
              <a:gd name="connsiteY12" fmla="*/ 806450 h 1266031"/>
              <a:gd name="connsiteX13" fmla="*/ 1231900 w 1685033"/>
              <a:gd name="connsiteY13" fmla="*/ 787400 h 1266031"/>
              <a:gd name="connsiteX14" fmla="*/ 1130300 w 1685033"/>
              <a:gd name="connsiteY14" fmla="*/ 685800 h 1266031"/>
              <a:gd name="connsiteX15" fmla="*/ 1066800 w 1685033"/>
              <a:gd name="connsiteY15" fmla="*/ 571500 h 1266031"/>
              <a:gd name="connsiteX16" fmla="*/ 1028700 w 1685033"/>
              <a:gd name="connsiteY16" fmla="*/ 482600 h 1266031"/>
              <a:gd name="connsiteX17" fmla="*/ 1009650 w 1685033"/>
              <a:gd name="connsiteY17" fmla="*/ 431800 h 1266031"/>
              <a:gd name="connsiteX18" fmla="*/ 927100 w 1685033"/>
              <a:gd name="connsiteY18" fmla="*/ 381000 h 1266031"/>
              <a:gd name="connsiteX19" fmla="*/ 857250 w 1685033"/>
              <a:gd name="connsiteY19" fmla="*/ 361950 h 1266031"/>
              <a:gd name="connsiteX20" fmla="*/ 758825 w 1685033"/>
              <a:gd name="connsiteY20" fmla="*/ 382587 h 1266031"/>
              <a:gd name="connsiteX21" fmla="*/ 677069 w 1685033"/>
              <a:gd name="connsiteY21" fmla="*/ 417512 h 1266031"/>
              <a:gd name="connsiteX22" fmla="*/ 599282 w 1685033"/>
              <a:gd name="connsiteY22" fmla="*/ 514350 h 1266031"/>
              <a:gd name="connsiteX23" fmla="*/ 534987 w 1685033"/>
              <a:gd name="connsiteY23" fmla="*/ 638968 h 1266031"/>
              <a:gd name="connsiteX24" fmla="*/ 527050 w 1685033"/>
              <a:gd name="connsiteY24" fmla="*/ 730250 h 1266031"/>
              <a:gd name="connsiteX25" fmla="*/ 618332 w 1685033"/>
              <a:gd name="connsiteY25" fmla="*/ 850107 h 1266031"/>
              <a:gd name="connsiteX26" fmla="*/ 660400 w 1685033"/>
              <a:gd name="connsiteY26" fmla="*/ 927100 h 1266031"/>
              <a:gd name="connsiteX27" fmla="*/ 628650 w 1685033"/>
              <a:gd name="connsiteY27" fmla="*/ 1123950 h 1266031"/>
              <a:gd name="connsiteX28" fmla="*/ 544513 w 1685033"/>
              <a:gd name="connsiteY28" fmla="*/ 1218406 h 1266031"/>
              <a:gd name="connsiteX29" fmla="*/ 364332 w 1685033"/>
              <a:gd name="connsiteY29" fmla="*/ 1266031 h 1266031"/>
              <a:gd name="connsiteX30" fmla="*/ 76200 w 1685033"/>
              <a:gd name="connsiteY30" fmla="*/ 1219200 h 1266031"/>
              <a:gd name="connsiteX31" fmla="*/ 0 w 1685033"/>
              <a:gd name="connsiteY31" fmla="*/ 1181100 h 1266031"/>
              <a:gd name="connsiteX0" fmla="*/ 996950 w 1685033"/>
              <a:gd name="connsiteY0" fmla="*/ 0 h 1266031"/>
              <a:gd name="connsiteX1" fmla="*/ 1073150 w 1685033"/>
              <a:gd name="connsiteY1" fmla="*/ 107950 h 1266031"/>
              <a:gd name="connsiteX2" fmla="*/ 1111250 w 1685033"/>
              <a:gd name="connsiteY2" fmla="*/ 146050 h 1266031"/>
              <a:gd name="connsiteX3" fmla="*/ 1149350 w 1685033"/>
              <a:gd name="connsiteY3" fmla="*/ 165100 h 1266031"/>
              <a:gd name="connsiteX4" fmla="*/ 1225550 w 1685033"/>
              <a:gd name="connsiteY4" fmla="*/ 184150 h 1266031"/>
              <a:gd name="connsiteX5" fmla="*/ 1295400 w 1685033"/>
              <a:gd name="connsiteY5" fmla="*/ 196850 h 1266031"/>
              <a:gd name="connsiteX6" fmla="*/ 1492250 w 1685033"/>
              <a:gd name="connsiteY6" fmla="*/ 234950 h 1266031"/>
              <a:gd name="connsiteX7" fmla="*/ 1581150 w 1685033"/>
              <a:gd name="connsiteY7" fmla="*/ 285750 h 1266031"/>
              <a:gd name="connsiteX8" fmla="*/ 1657350 w 1685033"/>
              <a:gd name="connsiteY8" fmla="*/ 374650 h 1266031"/>
              <a:gd name="connsiteX9" fmla="*/ 1676400 w 1685033"/>
              <a:gd name="connsiteY9" fmla="*/ 444500 h 1266031"/>
              <a:gd name="connsiteX10" fmla="*/ 1682750 w 1685033"/>
              <a:gd name="connsiteY10" fmla="*/ 679450 h 1266031"/>
              <a:gd name="connsiteX11" fmla="*/ 1638300 w 1685033"/>
              <a:gd name="connsiteY11" fmla="*/ 755650 h 1266031"/>
              <a:gd name="connsiteX12" fmla="*/ 1530350 w 1685033"/>
              <a:gd name="connsiteY12" fmla="*/ 806450 h 1266031"/>
              <a:gd name="connsiteX13" fmla="*/ 1231900 w 1685033"/>
              <a:gd name="connsiteY13" fmla="*/ 787400 h 1266031"/>
              <a:gd name="connsiteX14" fmla="*/ 1130300 w 1685033"/>
              <a:gd name="connsiteY14" fmla="*/ 685800 h 1266031"/>
              <a:gd name="connsiteX15" fmla="*/ 1066800 w 1685033"/>
              <a:gd name="connsiteY15" fmla="*/ 571500 h 1266031"/>
              <a:gd name="connsiteX16" fmla="*/ 1028700 w 1685033"/>
              <a:gd name="connsiteY16" fmla="*/ 482600 h 1266031"/>
              <a:gd name="connsiteX17" fmla="*/ 1009650 w 1685033"/>
              <a:gd name="connsiteY17" fmla="*/ 431800 h 1266031"/>
              <a:gd name="connsiteX18" fmla="*/ 927100 w 1685033"/>
              <a:gd name="connsiteY18" fmla="*/ 381000 h 1266031"/>
              <a:gd name="connsiteX19" fmla="*/ 864394 w 1685033"/>
              <a:gd name="connsiteY19" fmla="*/ 369094 h 1266031"/>
              <a:gd name="connsiteX20" fmla="*/ 758825 w 1685033"/>
              <a:gd name="connsiteY20" fmla="*/ 382587 h 1266031"/>
              <a:gd name="connsiteX21" fmla="*/ 677069 w 1685033"/>
              <a:gd name="connsiteY21" fmla="*/ 417512 h 1266031"/>
              <a:gd name="connsiteX22" fmla="*/ 599282 w 1685033"/>
              <a:gd name="connsiteY22" fmla="*/ 514350 h 1266031"/>
              <a:gd name="connsiteX23" fmla="*/ 534987 w 1685033"/>
              <a:gd name="connsiteY23" fmla="*/ 638968 h 1266031"/>
              <a:gd name="connsiteX24" fmla="*/ 527050 w 1685033"/>
              <a:gd name="connsiteY24" fmla="*/ 730250 h 1266031"/>
              <a:gd name="connsiteX25" fmla="*/ 618332 w 1685033"/>
              <a:gd name="connsiteY25" fmla="*/ 850107 h 1266031"/>
              <a:gd name="connsiteX26" fmla="*/ 660400 w 1685033"/>
              <a:gd name="connsiteY26" fmla="*/ 927100 h 1266031"/>
              <a:gd name="connsiteX27" fmla="*/ 628650 w 1685033"/>
              <a:gd name="connsiteY27" fmla="*/ 1123950 h 1266031"/>
              <a:gd name="connsiteX28" fmla="*/ 544513 w 1685033"/>
              <a:gd name="connsiteY28" fmla="*/ 1218406 h 1266031"/>
              <a:gd name="connsiteX29" fmla="*/ 364332 w 1685033"/>
              <a:gd name="connsiteY29" fmla="*/ 1266031 h 1266031"/>
              <a:gd name="connsiteX30" fmla="*/ 76200 w 1685033"/>
              <a:gd name="connsiteY30" fmla="*/ 1219200 h 1266031"/>
              <a:gd name="connsiteX31" fmla="*/ 0 w 1685033"/>
              <a:gd name="connsiteY31" fmla="*/ 1181100 h 1266031"/>
              <a:gd name="connsiteX0" fmla="*/ 996950 w 1685033"/>
              <a:gd name="connsiteY0" fmla="*/ 0 h 1266031"/>
              <a:gd name="connsiteX1" fmla="*/ 1073150 w 1685033"/>
              <a:gd name="connsiteY1" fmla="*/ 107950 h 1266031"/>
              <a:gd name="connsiteX2" fmla="*/ 1111250 w 1685033"/>
              <a:gd name="connsiteY2" fmla="*/ 146050 h 1266031"/>
              <a:gd name="connsiteX3" fmla="*/ 1149350 w 1685033"/>
              <a:gd name="connsiteY3" fmla="*/ 165100 h 1266031"/>
              <a:gd name="connsiteX4" fmla="*/ 1225550 w 1685033"/>
              <a:gd name="connsiteY4" fmla="*/ 184150 h 1266031"/>
              <a:gd name="connsiteX5" fmla="*/ 1295400 w 1685033"/>
              <a:gd name="connsiteY5" fmla="*/ 196850 h 1266031"/>
              <a:gd name="connsiteX6" fmla="*/ 1492250 w 1685033"/>
              <a:gd name="connsiteY6" fmla="*/ 234950 h 1266031"/>
              <a:gd name="connsiteX7" fmla="*/ 1581150 w 1685033"/>
              <a:gd name="connsiteY7" fmla="*/ 285750 h 1266031"/>
              <a:gd name="connsiteX8" fmla="*/ 1657350 w 1685033"/>
              <a:gd name="connsiteY8" fmla="*/ 374650 h 1266031"/>
              <a:gd name="connsiteX9" fmla="*/ 1676400 w 1685033"/>
              <a:gd name="connsiteY9" fmla="*/ 444500 h 1266031"/>
              <a:gd name="connsiteX10" fmla="*/ 1682750 w 1685033"/>
              <a:gd name="connsiteY10" fmla="*/ 679450 h 1266031"/>
              <a:gd name="connsiteX11" fmla="*/ 1638300 w 1685033"/>
              <a:gd name="connsiteY11" fmla="*/ 755650 h 1266031"/>
              <a:gd name="connsiteX12" fmla="*/ 1530350 w 1685033"/>
              <a:gd name="connsiteY12" fmla="*/ 806450 h 1266031"/>
              <a:gd name="connsiteX13" fmla="*/ 1231900 w 1685033"/>
              <a:gd name="connsiteY13" fmla="*/ 787400 h 1266031"/>
              <a:gd name="connsiteX14" fmla="*/ 1130300 w 1685033"/>
              <a:gd name="connsiteY14" fmla="*/ 685800 h 1266031"/>
              <a:gd name="connsiteX15" fmla="*/ 1066800 w 1685033"/>
              <a:gd name="connsiteY15" fmla="*/ 571500 h 1266031"/>
              <a:gd name="connsiteX16" fmla="*/ 1028700 w 1685033"/>
              <a:gd name="connsiteY16" fmla="*/ 482600 h 1266031"/>
              <a:gd name="connsiteX17" fmla="*/ 1009650 w 1685033"/>
              <a:gd name="connsiteY17" fmla="*/ 431800 h 1266031"/>
              <a:gd name="connsiteX18" fmla="*/ 939007 w 1685033"/>
              <a:gd name="connsiteY18" fmla="*/ 400050 h 1266031"/>
              <a:gd name="connsiteX19" fmla="*/ 864394 w 1685033"/>
              <a:gd name="connsiteY19" fmla="*/ 369094 h 1266031"/>
              <a:gd name="connsiteX20" fmla="*/ 758825 w 1685033"/>
              <a:gd name="connsiteY20" fmla="*/ 382587 h 1266031"/>
              <a:gd name="connsiteX21" fmla="*/ 677069 w 1685033"/>
              <a:gd name="connsiteY21" fmla="*/ 417512 h 1266031"/>
              <a:gd name="connsiteX22" fmla="*/ 599282 w 1685033"/>
              <a:gd name="connsiteY22" fmla="*/ 514350 h 1266031"/>
              <a:gd name="connsiteX23" fmla="*/ 534987 w 1685033"/>
              <a:gd name="connsiteY23" fmla="*/ 638968 h 1266031"/>
              <a:gd name="connsiteX24" fmla="*/ 527050 w 1685033"/>
              <a:gd name="connsiteY24" fmla="*/ 730250 h 1266031"/>
              <a:gd name="connsiteX25" fmla="*/ 618332 w 1685033"/>
              <a:gd name="connsiteY25" fmla="*/ 850107 h 1266031"/>
              <a:gd name="connsiteX26" fmla="*/ 660400 w 1685033"/>
              <a:gd name="connsiteY26" fmla="*/ 927100 h 1266031"/>
              <a:gd name="connsiteX27" fmla="*/ 628650 w 1685033"/>
              <a:gd name="connsiteY27" fmla="*/ 1123950 h 1266031"/>
              <a:gd name="connsiteX28" fmla="*/ 544513 w 1685033"/>
              <a:gd name="connsiteY28" fmla="*/ 1218406 h 1266031"/>
              <a:gd name="connsiteX29" fmla="*/ 364332 w 1685033"/>
              <a:gd name="connsiteY29" fmla="*/ 1266031 h 1266031"/>
              <a:gd name="connsiteX30" fmla="*/ 76200 w 1685033"/>
              <a:gd name="connsiteY30" fmla="*/ 1219200 h 1266031"/>
              <a:gd name="connsiteX31" fmla="*/ 0 w 1685033"/>
              <a:gd name="connsiteY31" fmla="*/ 1181100 h 1266031"/>
              <a:gd name="connsiteX0" fmla="*/ 996950 w 1685033"/>
              <a:gd name="connsiteY0" fmla="*/ 0 h 1266031"/>
              <a:gd name="connsiteX1" fmla="*/ 1073150 w 1685033"/>
              <a:gd name="connsiteY1" fmla="*/ 107950 h 1266031"/>
              <a:gd name="connsiteX2" fmla="*/ 1111250 w 1685033"/>
              <a:gd name="connsiteY2" fmla="*/ 146050 h 1266031"/>
              <a:gd name="connsiteX3" fmla="*/ 1149350 w 1685033"/>
              <a:gd name="connsiteY3" fmla="*/ 165100 h 1266031"/>
              <a:gd name="connsiteX4" fmla="*/ 1225550 w 1685033"/>
              <a:gd name="connsiteY4" fmla="*/ 184150 h 1266031"/>
              <a:gd name="connsiteX5" fmla="*/ 1295400 w 1685033"/>
              <a:gd name="connsiteY5" fmla="*/ 196850 h 1266031"/>
              <a:gd name="connsiteX6" fmla="*/ 1492250 w 1685033"/>
              <a:gd name="connsiteY6" fmla="*/ 234950 h 1266031"/>
              <a:gd name="connsiteX7" fmla="*/ 1581150 w 1685033"/>
              <a:gd name="connsiteY7" fmla="*/ 285750 h 1266031"/>
              <a:gd name="connsiteX8" fmla="*/ 1657350 w 1685033"/>
              <a:gd name="connsiteY8" fmla="*/ 374650 h 1266031"/>
              <a:gd name="connsiteX9" fmla="*/ 1676400 w 1685033"/>
              <a:gd name="connsiteY9" fmla="*/ 444500 h 1266031"/>
              <a:gd name="connsiteX10" fmla="*/ 1682750 w 1685033"/>
              <a:gd name="connsiteY10" fmla="*/ 679450 h 1266031"/>
              <a:gd name="connsiteX11" fmla="*/ 1638300 w 1685033"/>
              <a:gd name="connsiteY11" fmla="*/ 755650 h 1266031"/>
              <a:gd name="connsiteX12" fmla="*/ 1530350 w 1685033"/>
              <a:gd name="connsiteY12" fmla="*/ 806450 h 1266031"/>
              <a:gd name="connsiteX13" fmla="*/ 1231900 w 1685033"/>
              <a:gd name="connsiteY13" fmla="*/ 787400 h 1266031"/>
              <a:gd name="connsiteX14" fmla="*/ 1130300 w 1685033"/>
              <a:gd name="connsiteY14" fmla="*/ 685800 h 1266031"/>
              <a:gd name="connsiteX15" fmla="*/ 1066800 w 1685033"/>
              <a:gd name="connsiteY15" fmla="*/ 571500 h 1266031"/>
              <a:gd name="connsiteX16" fmla="*/ 1028700 w 1685033"/>
              <a:gd name="connsiteY16" fmla="*/ 482600 h 1266031"/>
              <a:gd name="connsiteX17" fmla="*/ 997744 w 1685033"/>
              <a:gd name="connsiteY17" fmla="*/ 436562 h 1266031"/>
              <a:gd name="connsiteX18" fmla="*/ 939007 w 1685033"/>
              <a:gd name="connsiteY18" fmla="*/ 400050 h 1266031"/>
              <a:gd name="connsiteX19" fmla="*/ 864394 w 1685033"/>
              <a:gd name="connsiteY19" fmla="*/ 369094 h 1266031"/>
              <a:gd name="connsiteX20" fmla="*/ 758825 w 1685033"/>
              <a:gd name="connsiteY20" fmla="*/ 382587 h 1266031"/>
              <a:gd name="connsiteX21" fmla="*/ 677069 w 1685033"/>
              <a:gd name="connsiteY21" fmla="*/ 417512 h 1266031"/>
              <a:gd name="connsiteX22" fmla="*/ 599282 w 1685033"/>
              <a:gd name="connsiteY22" fmla="*/ 514350 h 1266031"/>
              <a:gd name="connsiteX23" fmla="*/ 534987 w 1685033"/>
              <a:gd name="connsiteY23" fmla="*/ 638968 h 1266031"/>
              <a:gd name="connsiteX24" fmla="*/ 527050 w 1685033"/>
              <a:gd name="connsiteY24" fmla="*/ 730250 h 1266031"/>
              <a:gd name="connsiteX25" fmla="*/ 618332 w 1685033"/>
              <a:gd name="connsiteY25" fmla="*/ 850107 h 1266031"/>
              <a:gd name="connsiteX26" fmla="*/ 660400 w 1685033"/>
              <a:gd name="connsiteY26" fmla="*/ 927100 h 1266031"/>
              <a:gd name="connsiteX27" fmla="*/ 628650 w 1685033"/>
              <a:gd name="connsiteY27" fmla="*/ 1123950 h 1266031"/>
              <a:gd name="connsiteX28" fmla="*/ 544513 w 1685033"/>
              <a:gd name="connsiteY28" fmla="*/ 1218406 h 1266031"/>
              <a:gd name="connsiteX29" fmla="*/ 364332 w 1685033"/>
              <a:gd name="connsiteY29" fmla="*/ 1266031 h 1266031"/>
              <a:gd name="connsiteX30" fmla="*/ 76200 w 1685033"/>
              <a:gd name="connsiteY30" fmla="*/ 1219200 h 1266031"/>
              <a:gd name="connsiteX31" fmla="*/ 0 w 1685033"/>
              <a:gd name="connsiteY31" fmla="*/ 1181100 h 1266031"/>
              <a:gd name="connsiteX0" fmla="*/ 996950 w 1685033"/>
              <a:gd name="connsiteY0" fmla="*/ 0 h 1266031"/>
              <a:gd name="connsiteX1" fmla="*/ 1073150 w 1685033"/>
              <a:gd name="connsiteY1" fmla="*/ 107950 h 1266031"/>
              <a:gd name="connsiteX2" fmla="*/ 1111250 w 1685033"/>
              <a:gd name="connsiteY2" fmla="*/ 146050 h 1266031"/>
              <a:gd name="connsiteX3" fmla="*/ 1149350 w 1685033"/>
              <a:gd name="connsiteY3" fmla="*/ 165100 h 1266031"/>
              <a:gd name="connsiteX4" fmla="*/ 1225550 w 1685033"/>
              <a:gd name="connsiteY4" fmla="*/ 184150 h 1266031"/>
              <a:gd name="connsiteX5" fmla="*/ 1295400 w 1685033"/>
              <a:gd name="connsiteY5" fmla="*/ 196850 h 1266031"/>
              <a:gd name="connsiteX6" fmla="*/ 1492250 w 1685033"/>
              <a:gd name="connsiteY6" fmla="*/ 234950 h 1266031"/>
              <a:gd name="connsiteX7" fmla="*/ 1581150 w 1685033"/>
              <a:gd name="connsiteY7" fmla="*/ 285750 h 1266031"/>
              <a:gd name="connsiteX8" fmla="*/ 1657350 w 1685033"/>
              <a:gd name="connsiteY8" fmla="*/ 374650 h 1266031"/>
              <a:gd name="connsiteX9" fmla="*/ 1676400 w 1685033"/>
              <a:gd name="connsiteY9" fmla="*/ 444500 h 1266031"/>
              <a:gd name="connsiteX10" fmla="*/ 1682750 w 1685033"/>
              <a:gd name="connsiteY10" fmla="*/ 679450 h 1266031"/>
              <a:gd name="connsiteX11" fmla="*/ 1638300 w 1685033"/>
              <a:gd name="connsiteY11" fmla="*/ 755650 h 1266031"/>
              <a:gd name="connsiteX12" fmla="*/ 1530350 w 1685033"/>
              <a:gd name="connsiteY12" fmla="*/ 806450 h 1266031"/>
              <a:gd name="connsiteX13" fmla="*/ 1231900 w 1685033"/>
              <a:gd name="connsiteY13" fmla="*/ 787400 h 1266031"/>
              <a:gd name="connsiteX14" fmla="*/ 1130300 w 1685033"/>
              <a:gd name="connsiteY14" fmla="*/ 685800 h 1266031"/>
              <a:gd name="connsiteX15" fmla="*/ 1066800 w 1685033"/>
              <a:gd name="connsiteY15" fmla="*/ 571500 h 1266031"/>
              <a:gd name="connsiteX16" fmla="*/ 997744 w 1685033"/>
              <a:gd name="connsiteY16" fmla="*/ 436562 h 1266031"/>
              <a:gd name="connsiteX17" fmla="*/ 939007 w 1685033"/>
              <a:gd name="connsiteY17" fmla="*/ 400050 h 1266031"/>
              <a:gd name="connsiteX18" fmla="*/ 864394 w 1685033"/>
              <a:gd name="connsiteY18" fmla="*/ 369094 h 1266031"/>
              <a:gd name="connsiteX19" fmla="*/ 758825 w 1685033"/>
              <a:gd name="connsiteY19" fmla="*/ 382587 h 1266031"/>
              <a:gd name="connsiteX20" fmla="*/ 677069 w 1685033"/>
              <a:gd name="connsiteY20" fmla="*/ 417512 h 1266031"/>
              <a:gd name="connsiteX21" fmla="*/ 599282 w 1685033"/>
              <a:gd name="connsiteY21" fmla="*/ 514350 h 1266031"/>
              <a:gd name="connsiteX22" fmla="*/ 534987 w 1685033"/>
              <a:gd name="connsiteY22" fmla="*/ 638968 h 1266031"/>
              <a:gd name="connsiteX23" fmla="*/ 527050 w 1685033"/>
              <a:gd name="connsiteY23" fmla="*/ 730250 h 1266031"/>
              <a:gd name="connsiteX24" fmla="*/ 618332 w 1685033"/>
              <a:gd name="connsiteY24" fmla="*/ 850107 h 1266031"/>
              <a:gd name="connsiteX25" fmla="*/ 660400 w 1685033"/>
              <a:gd name="connsiteY25" fmla="*/ 927100 h 1266031"/>
              <a:gd name="connsiteX26" fmla="*/ 628650 w 1685033"/>
              <a:gd name="connsiteY26" fmla="*/ 1123950 h 1266031"/>
              <a:gd name="connsiteX27" fmla="*/ 544513 w 1685033"/>
              <a:gd name="connsiteY27" fmla="*/ 1218406 h 1266031"/>
              <a:gd name="connsiteX28" fmla="*/ 364332 w 1685033"/>
              <a:gd name="connsiteY28" fmla="*/ 1266031 h 1266031"/>
              <a:gd name="connsiteX29" fmla="*/ 76200 w 1685033"/>
              <a:gd name="connsiteY29" fmla="*/ 1219200 h 1266031"/>
              <a:gd name="connsiteX30" fmla="*/ 0 w 1685033"/>
              <a:gd name="connsiteY30" fmla="*/ 1181100 h 1266031"/>
              <a:gd name="connsiteX0" fmla="*/ 996950 w 1685033"/>
              <a:gd name="connsiteY0" fmla="*/ 0 h 1266031"/>
              <a:gd name="connsiteX1" fmla="*/ 1073150 w 1685033"/>
              <a:gd name="connsiteY1" fmla="*/ 107950 h 1266031"/>
              <a:gd name="connsiteX2" fmla="*/ 1111250 w 1685033"/>
              <a:gd name="connsiteY2" fmla="*/ 146050 h 1266031"/>
              <a:gd name="connsiteX3" fmla="*/ 1149350 w 1685033"/>
              <a:gd name="connsiteY3" fmla="*/ 165100 h 1266031"/>
              <a:gd name="connsiteX4" fmla="*/ 1225550 w 1685033"/>
              <a:gd name="connsiteY4" fmla="*/ 184150 h 1266031"/>
              <a:gd name="connsiteX5" fmla="*/ 1295400 w 1685033"/>
              <a:gd name="connsiteY5" fmla="*/ 196850 h 1266031"/>
              <a:gd name="connsiteX6" fmla="*/ 1492250 w 1685033"/>
              <a:gd name="connsiteY6" fmla="*/ 234950 h 1266031"/>
              <a:gd name="connsiteX7" fmla="*/ 1581150 w 1685033"/>
              <a:gd name="connsiteY7" fmla="*/ 285750 h 1266031"/>
              <a:gd name="connsiteX8" fmla="*/ 1657350 w 1685033"/>
              <a:gd name="connsiteY8" fmla="*/ 374650 h 1266031"/>
              <a:gd name="connsiteX9" fmla="*/ 1676400 w 1685033"/>
              <a:gd name="connsiteY9" fmla="*/ 444500 h 1266031"/>
              <a:gd name="connsiteX10" fmla="*/ 1682750 w 1685033"/>
              <a:gd name="connsiteY10" fmla="*/ 679450 h 1266031"/>
              <a:gd name="connsiteX11" fmla="*/ 1638300 w 1685033"/>
              <a:gd name="connsiteY11" fmla="*/ 755650 h 1266031"/>
              <a:gd name="connsiteX12" fmla="*/ 1530350 w 1685033"/>
              <a:gd name="connsiteY12" fmla="*/ 806450 h 1266031"/>
              <a:gd name="connsiteX13" fmla="*/ 1231900 w 1685033"/>
              <a:gd name="connsiteY13" fmla="*/ 787400 h 1266031"/>
              <a:gd name="connsiteX14" fmla="*/ 1130300 w 1685033"/>
              <a:gd name="connsiteY14" fmla="*/ 685800 h 1266031"/>
              <a:gd name="connsiteX15" fmla="*/ 1066800 w 1685033"/>
              <a:gd name="connsiteY15" fmla="*/ 571500 h 1266031"/>
              <a:gd name="connsiteX16" fmla="*/ 1021556 w 1685033"/>
              <a:gd name="connsiteY16" fmla="*/ 484187 h 1266031"/>
              <a:gd name="connsiteX17" fmla="*/ 939007 w 1685033"/>
              <a:gd name="connsiteY17" fmla="*/ 400050 h 1266031"/>
              <a:gd name="connsiteX18" fmla="*/ 864394 w 1685033"/>
              <a:gd name="connsiteY18" fmla="*/ 369094 h 1266031"/>
              <a:gd name="connsiteX19" fmla="*/ 758825 w 1685033"/>
              <a:gd name="connsiteY19" fmla="*/ 382587 h 1266031"/>
              <a:gd name="connsiteX20" fmla="*/ 677069 w 1685033"/>
              <a:gd name="connsiteY20" fmla="*/ 417512 h 1266031"/>
              <a:gd name="connsiteX21" fmla="*/ 599282 w 1685033"/>
              <a:gd name="connsiteY21" fmla="*/ 514350 h 1266031"/>
              <a:gd name="connsiteX22" fmla="*/ 534987 w 1685033"/>
              <a:gd name="connsiteY22" fmla="*/ 638968 h 1266031"/>
              <a:gd name="connsiteX23" fmla="*/ 527050 w 1685033"/>
              <a:gd name="connsiteY23" fmla="*/ 730250 h 1266031"/>
              <a:gd name="connsiteX24" fmla="*/ 618332 w 1685033"/>
              <a:gd name="connsiteY24" fmla="*/ 850107 h 1266031"/>
              <a:gd name="connsiteX25" fmla="*/ 660400 w 1685033"/>
              <a:gd name="connsiteY25" fmla="*/ 927100 h 1266031"/>
              <a:gd name="connsiteX26" fmla="*/ 628650 w 1685033"/>
              <a:gd name="connsiteY26" fmla="*/ 1123950 h 1266031"/>
              <a:gd name="connsiteX27" fmla="*/ 544513 w 1685033"/>
              <a:gd name="connsiteY27" fmla="*/ 1218406 h 1266031"/>
              <a:gd name="connsiteX28" fmla="*/ 364332 w 1685033"/>
              <a:gd name="connsiteY28" fmla="*/ 1266031 h 1266031"/>
              <a:gd name="connsiteX29" fmla="*/ 76200 w 1685033"/>
              <a:gd name="connsiteY29" fmla="*/ 1219200 h 1266031"/>
              <a:gd name="connsiteX30" fmla="*/ 0 w 1685033"/>
              <a:gd name="connsiteY30" fmla="*/ 1181100 h 1266031"/>
              <a:gd name="connsiteX0" fmla="*/ 996950 w 1685033"/>
              <a:gd name="connsiteY0" fmla="*/ 0 h 1266031"/>
              <a:gd name="connsiteX1" fmla="*/ 1073150 w 1685033"/>
              <a:gd name="connsiteY1" fmla="*/ 107950 h 1266031"/>
              <a:gd name="connsiteX2" fmla="*/ 1111250 w 1685033"/>
              <a:gd name="connsiteY2" fmla="*/ 146050 h 1266031"/>
              <a:gd name="connsiteX3" fmla="*/ 1149350 w 1685033"/>
              <a:gd name="connsiteY3" fmla="*/ 165100 h 1266031"/>
              <a:gd name="connsiteX4" fmla="*/ 1225550 w 1685033"/>
              <a:gd name="connsiteY4" fmla="*/ 184150 h 1266031"/>
              <a:gd name="connsiteX5" fmla="*/ 1295400 w 1685033"/>
              <a:gd name="connsiteY5" fmla="*/ 196850 h 1266031"/>
              <a:gd name="connsiteX6" fmla="*/ 1492250 w 1685033"/>
              <a:gd name="connsiteY6" fmla="*/ 234950 h 1266031"/>
              <a:gd name="connsiteX7" fmla="*/ 1581150 w 1685033"/>
              <a:gd name="connsiteY7" fmla="*/ 285750 h 1266031"/>
              <a:gd name="connsiteX8" fmla="*/ 1657350 w 1685033"/>
              <a:gd name="connsiteY8" fmla="*/ 374650 h 1266031"/>
              <a:gd name="connsiteX9" fmla="*/ 1676400 w 1685033"/>
              <a:gd name="connsiteY9" fmla="*/ 444500 h 1266031"/>
              <a:gd name="connsiteX10" fmla="*/ 1682750 w 1685033"/>
              <a:gd name="connsiteY10" fmla="*/ 679450 h 1266031"/>
              <a:gd name="connsiteX11" fmla="*/ 1638300 w 1685033"/>
              <a:gd name="connsiteY11" fmla="*/ 755650 h 1266031"/>
              <a:gd name="connsiteX12" fmla="*/ 1530350 w 1685033"/>
              <a:gd name="connsiteY12" fmla="*/ 806450 h 1266031"/>
              <a:gd name="connsiteX13" fmla="*/ 1231900 w 1685033"/>
              <a:gd name="connsiteY13" fmla="*/ 787400 h 1266031"/>
              <a:gd name="connsiteX14" fmla="*/ 1130300 w 1685033"/>
              <a:gd name="connsiteY14" fmla="*/ 685800 h 1266031"/>
              <a:gd name="connsiteX15" fmla="*/ 1066800 w 1685033"/>
              <a:gd name="connsiteY15" fmla="*/ 571500 h 1266031"/>
              <a:gd name="connsiteX16" fmla="*/ 1021556 w 1685033"/>
              <a:gd name="connsiteY16" fmla="*/ 484187 h 1266031"/>
              <a:gd name="connsiteX17" fmla="*/ 939007 w 1685033"/>
              <a:gd name="connsiteY17" fmla="*/ 400050 h 1266031"/>
              <a:gd name="connsiteX18" fmla="*/ 864394 w 1685033"/>
              <a:gd name="connsiteY18" fmla="*/ 369094 h 1266031"/>
              <a:gd name="connsiteX19" fmla="*/ 758825 w 1685033"/>
              <a:gd name="connsiteY19" fmla="*/ 382587 h 1266031"/>
              <a:gd name="connsiteX20" fmla="*/ 677069 w 1685033"/>
              <a:gd name="connsiteY20" fmla="*/ 417512 h 1266031"/>
              <a:gd name="connsiteX21" fmla="*/ 599282 w 1685033"/>
              <a:gd name="connsiteY21" fmla="*/ 514350 h 1266031"/>
              <a:gd name="connsiteX22" fmla="*/ 534987 w 1685033"/>
              <a:gd name="connsiteY22" fmla="*/ 638968 h 1266031"/>
              <a:gd name="connsiteX23" fmla="*/ 541337 w 1685033"/>
              <a:gd name="connsiteY23" fmla="*/ 730250 h 1266031"/>
              <a:gd name="connsiteX24" fmla="*/ 618332 w 1685033"/>
              <a:gd name="connsiteY24" fmla="*/ 850107 h 1266031"/>
              <a:gd name="connsiteX25" fmla="*/ 660400 w 1685033"/>
              <a:gd name="connsiteY25" fmla="*/ 927100 h 1266031"/>
              <a:gd name="connsiteX26" fmla="*/ 628650 w 1685033"/>
              <a:gd name="connsiteY26" fmla="*/ 1123950 h 1266031"/>
              <a:gd name="connsiteX27" fmla="*/ 544513 w 1685033"/>
              <a:gd name="connsiteY27" fmla="*/ 1218406 h 1266031"/>
              <a:gd name="connsiteX28" fmla="*/ 364332 w 1685033"/>
              <a:gd name="connsiteY28" fmla="*/ 1266031 h 1266031"/>
              <a:gd name="connsiteX29" fmla="*/ 76200 w 1685033"/>
              <a:gd name="connsiteY29" fmla="*/ 1219200 h 1266031"/>
              <a:gd name="connsiteX30" fmla="*/ 0 w 1685033"/>
              <a:gd name="connsiteY30" fmla="*/ 1181100 h 1266031"/>
              <a:gd name="connsiteX0" fmla="*/ 996950 w 1685033"/>
              <a:gd name="connsiteY0" fmla="*/ 0 h 1266031"/>
              <a:gd name="connsiteX1" fmla="*/ 1073150 w 1685033"/>
              <a:gd name="connsiteY1" fmla="*/ 107950 h 1266031"/>
              <a:gd name="connsiteX2" fmla="*/ 1111250 w 1685033"/>
              <a:gd name="connsiteY2" fmla="*/ 146050 h 1266031"/>
              <a:gd name="connsiteX3" fmla="*/ 1149350 w 1685033"/>
              <a:gd name="connsiteY3" fmla="*/ 165100 h 1266031"/>
              <a:gd name="connsiteX4" fmla="*/ 1225550 w 1685033"/>
              <a:gd name="connsiteY4" fmla="*/ 184150 h 1266031"/>
              <a:gd name="connsiteX5" fmla="*/ 1295400 w 1685033"/>
              <a:gd name="connsiteY5" fmla="*/ 196850 h 1266031"/>
              <a:gd name="connsiteX6" fmla="*/ 1492250 w 1685033"/>
              <a:gd name="connsiteY6" fmla="*/ 234950 h 1266031"/>
              <a:gd name="connsiteX7" fmla="*/ 1581150 w 1685033"/>
              <a:gd name="connsiteY7" fmla="*/ 285750 h 1266031"/>
              <a:gd name="connsiteX8" fmla="*/ 1657350 w 1685033"/>
              <a:gd name="connsiteY8" fmla="*/ 374650 h 1266031"/>
              <a:gd name="connsiteX9" fmla="*/ 1676400 w 1685033"/>
              <a:gd name="connsiteY9" fmla="*/ 444500 h 1266031"/>
              <a:gd name="connsiteX10" fmla="*/ 1682750 w 1685033"/>
              <a:gd name="connsiteY10" fmla="*/ 679450 h 1266031"/>
              <a:gd name="connsiteX11" fmla="*/ 1638300 w 1685033"/>
              <a:gd name="connsiteY11" fmla="*/ 755650 h 1266031"/>
              <a:gd name="connsiteX12" fmla="*/ 1530350 w 1685033"/>
              <a:gd name="connsiteY12" fmla="*/ 806450 h 1266031"/>
              <a:gd name="connsiteX13" fmla="*/ 1231900 w 1685033"/>
              <a:gd name="connsiteY13" fmla="*/ 787400 h 1266031"/>
              <a:gd name="connsiteX14" fmla="*/ 1130300 w 1685033"/>
              <a:gd name="connsiteY14" fmla="*/ 685800 h 1266031"/>
              <a:gd name="connsiteX15" fmla="*/ 1066800 w 1685033"/>
              <a:gd name="connsiteY15" fmla="*/ 571500 h 1266031"/>
              <a:gd name="connsiteX16" fmla="*/ 1021556 w 1685033"/>
              <a:gd name="connsiteY16" fmla="*/ 484187 h 1266031"/>
              <a:gd name="connsiteX17" fmla="*/ 939007 w 1685033"/>
              <a:gd name="connsiteY17" fmla="*/ 400050 h 1266031"/>
              <a:gd name="connsiteX18" fmla="*/ 864394 w 1685033"/>
              <a:gd name="connsiteY18" fmla="*/ 369094 h 1266031"/>
              <a:gd name="connsiteX19" fmla="*/ 758825 w 1685033"/>
              <a:gd name="connsiteY19" fmla="*/ 382587 h 1266031"/>
              <a:gd name="connsiteX20" fmla="*/ 677069 w 1685033"/>
              <a:gd name="connsiteY20" fmla="*/ 417512 h 1266031"/>
              <a:gd name="connsiteX21" fmla="*/ 599282 w 1685033"/>
              <a:gd name="connsiteY21" fmla="*/ 514350 h 1266031"/>
              <a:gd name="connsiteX22" fmla="*/ 558800 w 1685033"/>
              <a:gd name="connsiteY22" fmla="*/ 605631 h 1266031"/>
              <a:gd name="connsiteX23" fmla="*/ 541337 w 1685033"/>
              <a:gd name="connsiteY23" fmla="*/ 730250 h 1266031"/>
              <a:gd name="connsiteX24" fmla="*/ 618332 w 1685033"/>
              <a:gd name="connsiteY24" fmla="*/ 850107 h 1266031"/>
              <a:gd name="connsiteX25" fmla="*/ 660400 w 1685033"/>
              <a:gd name="connsiteY25" fmla="*/ 927100 h 1266031"/>
              <a:gd name="connsiteX26" fmla="*/ 628650 w 1685033"/>
              <a:gd name="connsiteY26" fmla="*/ 1123950 h 1266031"/>
              <a:gd name="connsiteX27" fmla="*/ 544513 w 1685033"/>
              <a:gd name="connsiteY27" fmla="*/ 1218406 h 1266031"/>
              <a:gd name="connsiteX28" fmla="*/ 364332 w 1685033"/>
              <a:gd name="connsiteY28" fmla="*/ 1266031 h 1266031"/>
              <a:gd name="connsiteX29" fmla="*/ 76200 w 1685033"/>
              <a:gd name="connsiteY29" fmla="*/ 1219200 h 1266031"/>
              <a:gd name="connsiteX30" fmla="*/ 0 w 1685033"/>
              <a:gd name="connsiteY30" fmla="*/ 1181100 h 1266031"/>
              <a:gd name="connsiteX0" fmla="*/ 996950 w 1685033"/>
              <a:gd name="connsiteY0" fmla="*/ 0 h 1266031"/>
              <a:gd name="connsiteX1" fmla="*/ 1073150 w 1685033"/>
              <a:gd name="connsiteY1" fmla="*/ 107950 h 1266031"/>
              <a:gd name="connsiteX2" fmla="*/ 1111250 w 1685033"/>
              <a:gd name="connsiteY2" fmla="*/ 146050 h 1266031"/>
              <a:gd name="connsiteX3" fmla="*/ 1149350 w 1685033"/>
              <a:gd name="connsiteY3" fmla="*/ 165100 h 1266031"/>
              <a:gd name="connsiteX4" fmla="*/ 1225550 w 1685033"/>
              <a:gd name="connsiteY4" fmla="*/ 184150 h 1266031"/>
              <a:gd name="connsiteX5" fmla="*/ 1295400 w 1685033"/>
              <a:gd name="connsiteY5" fmla="*/ 196850 h 1266031"/>
              <a:gd name="connsiteX6" fmla="*/ 1492250 w 1685033"/>
              <a:gd name="connsiteY6" fmla="*/ 234950 h 1266031"/>
              <a:gd name="connsiteX7" fmla="*/ 1581150 w 1685033"/>
              <a:gd name="connsiteY7" fmla="*/ 285750 h 1266031"/>
              <a:gd name="connsiteX8" fmla="*/ 1657350 w 1685033"/>
              <a:gd name="connsiteY8" fmla="*/ 374650 h 1266031"/>
              <a:gd name="connsiteX9" fmla="*/ 1676400 w 1685033"/>
              <a:gd name="connsiteY9" fmla="*/ 444500 h 1266031"/>
              <a:gd name="connsiteX10" fmla="*/ 1682750 w 1685033"/>
              <a:gd name="connsiteY10" fmla="*/ 679450 h 1266031"/>
              <a:gd name="connsiteX11" fmla="*/ 1638300 w 1685033"/>
              <a:gd name="connsiteY11" fmla="*/ 755650 h 1266031"/>
              <a:gd name="connsiteX12" fmla="*/ 1530350 w 1685033"/>
              <a:gd name="connsiteY12" fmla="*/ 806450 h 1266031"/>
              <a:gd name="connsiteX13" fmla="*/ 1231900 w 1685033"/>
              <a:gd name="connsiteY13" fmla="*/ 787400 h 1266031"/>
              <a:gd name="connsiteX14" fmla="*/ 1130300 w 1685033"/>
              <a:gd name="connsiteY14" fmla="*/ 685800 h 1266031"/>
              <a:gd name="connsiteX15" fmla="*/ 1066800 w 1685033"/>
              <a:gd name="connsiteY15" fmla="*/ 571500 h 1266031"/>
              <a:gd name="connsiteX16" fmla="*/ 1021556 w 1685033"/>
              <a:gd name="connsiteY16" fmla="*/ 484187 h 1266031"/>
              <a:gd name="connsiteX17" fmla="*/ 939007 w 1685033"/>
              <a:gd name="connsiteY17" fmla="*/ 400050 h 1266031"/>
              <a:gd name="connsiteX18" fmla="*/ 864394 w 1685033"/>
              <a:gd name="connsiteY18" fmla="*/ 369094 h 1266031"/>
              <a:gd name="connsiteX19" fmla="*/ 758825 w 1685033"/>
              <a:gd name="connsiteY19" fmla="*/ 382587 h 1266031"/>
              <a:gd name="connsiteX20" fmla="*/ 677069 w 1685033"/>
              <a:gd name="connsiteY20" fmla="*/ 417512 h 1266031"/>
              <a:gd name="connsiteX21" fmla="*/ 599282 w 1685033"/>
              <a:gd name="connsiteY21" fmla="*/ 514350 h 1266031"/>
              <a:gd name="connsiteX22" fmla="*/ 558800 w 1685033"/>
              <a:gd name="connsiteY22" fmla="*/ 605631 h 1266031"/>
              <a:gd name="connsiteX23" fmla="*/ 567530 w 1685033"/>
              <a:gd name="connsiteY23" fmla="*/ 730250 h 1266031"/>
              <a:gd name="connsiteX24" fmla="*/ 618332 w 1685033"/>
              <a:gd name="connsiteY24" fmla="*/ 850107 h 1266031"/>
              <a:gd name="connsiteX25" fmla="*/ 660400 w 1685033"/>
              <a:gd name="connsiteY25" fmla="*/ 927100 h 1266031"/>
              <a:gd name="connsiteX26" fmla="*/ 628650 w 1685033"/>
              <a:gd name="connsiteY26" fmla="*/ 1123950 h 1266031"/>
              <a:gd name="connsiteX27" fmla="*/ 544513 w 1685033"/>
              <a:gd name="connsiteY27" fmla="*/ 1218406 h 1266031"/>
              <a:gd name="connsiteX28" fmla="*/ 364332 w 1685033"/>
              <a:gd name="connsiteY28" fmla="*/ 1266031 h 1266031"/>
              <a:gd name="connsiteX29" fmla="*/ 76200 w 1685033"/>
              <a:gd name="connsiteY29" fmla="*/ 1219200 h 1266031"/>
              <a:gd name="connsiteX30" fmla="*/ 0 w 1685033"/>
              <a:gd name="connsiteY30" fmla="*/ 1181100 h 1266031"/>
              <a:gd name="connsiteX0" fmla="*/ 996950 w 1685033"/>
              <a:gd name="connsiteY0" fmla="*/ 0 h 1266031"/>
              <a:gd name="connsiteX1" fmla="*/ 1073150 w 1685033"/>
              <a:gd name="connsiteY1" fmla="*/ 107950 h 1266031"/>
              <a:gd name="connsiteX2" fmla="*/ 1111250 w 1685033"/>
              <a:gd name="connsiteY2" fmla="*/ 146050 h 1266031"/>
              <a:gd name="connsiteX3" fmla="*/ 1149350 w 1685033"/>
              <a:gd name="connsiteY3" fmla="*/ 165100 h 1266031"/>
              <a:gd name="connsiteX4" fmla="*/ 1225550 w 1685033"/>
              <a:gd name="connsiteY4" fmla="*/ 184150 h 1266031"/>
              <a:gd name="connsiteX5" fmla="*/ 1295400 w 1685033"/>
              <a:gd name="connsiteY5" fmla="*/ 196850 h 1266031"/>
              <a:gd name="connsiteX6" fmla="*/ 1492250 w 1685033"/>
              <a:gd name="connsiteY6" fmla="*/ 234950 h 1266031"/>
              <a:gd name="connsiteX7" fmla="*/ 1581150 w 1685033"/>
              <a:gd name="connsiteY7" fmla="*/ 285750 h 1266031"/>
              <a:gd name="connsiteX8" fmla="*/ 1657350 w 1685033"/>
              <a:gd name="connsiteY8" fmla="*/ 374650 h 1266031"/>
              <a:gd name="connsiteX9" fmla="*/ 1676400 w 1685033"/>
              <a:gd name="connsiteY9" fmla="*/ 444500 h 1266031"/>
              <a:gd name="connsiteX10" fmla="*/ 1682750 w 1685033"/>
              <a:gd name="connsiteY10" fmla="*/ 679450 h 1266031"/>
              <a:gd name="connsiteX11" fmla="*/ 1638300 w 1685033"/>
              <a:gd name="connsiteY11" fmla="*/ 755650 h 1266031"/>
              <a:gd name="connsiteX12" fmla="*/ 1530350 w 1685033"/>
              <a:gd name="connsiteY12" fmla="*/ 806450 h 1266031"/>
              <a:gd name="connsiteX13" fmla="*/ 1231900 w 1685033"/>
              <a:gd name="connsiteY13" fmla="*/ 787400 h 1266031"/>
              <a:gd name="connsiteX14" fmla="*/ 1118393 w 1685033"/>
              <a:gd name="connsiteY14" fmla="*/ 714375 h 1266031"/>
              <a:gd name="connsiteX15" fmla="*/ 1066800 w 1685033"/>
              <a:gd name="connsiteY15" fmla="*/ 571500 h 1266031"/>
              <a:gd name="connsiteX16" fmla="*/ 1021556 w 1685033"/>
              <a:gd name="connsiteY16" fmla="*/ 484187 h 1266031"/>
              <a:gd name="connsiteX17" fmla="*/ 939007 w 1685033"/>
              <a:gd name="connsiteY17" fmla="*/ 400050 h 1266031"/>
              <a:gd name="connsiteX18" fmla="*/ 864394 w 1685033"/>
              <a:gd name="connsiteY18" fmla="*/ 369094 h 1266031"/>
              <a:gd name="connsiteX19" fmla="*/ 758825 w 1685033"/>
              <a:gd name="connsiteY19" fmla="*/ 382587 h 1266031"/>
              <a:gd name="connsiteX20" fmla="*/ 677069 w 1685033"/>
              <a:gd name="connsiteY20" fmla="*/ 417512 h 1266031"/>
              <a:gd name="connsiteX21" fmla="*/ 599282 w 1685033"/>
              <a:gd name="connsiteY21" fmla="*/ 514350 h 1266031"/>
              <a:gd name="connsiteX22" fmla="*/ 558800 w 1685033"/>
              <a:gd name="connsiteY22" fmla="*/ 605631 h 1266031"/>
              <a:gd name="connsiteX23" fmla="*/ 567530 w 1685033"/>
              <a:gd name="connsiteY23" fmla="*/ 730250 h 1266031"/>
              <a:gd name="connsiteX24" fmla="*/ 618332 w 1685033"/>
              <a:gd name="connsiteY24" fmla="*/ 850107 h 1266031"/>
              <a:gd name="connsiteX25" fmla="*/ 660400 w 1685033"/>
              <a:gd name="connsiteY25" fmla="*/ 927100 h 1266031"/>
              <a:gd name="connsiteX26" fmla="*/ 628650 w 1685033"/>
              <a:gd name="connsiteY26" fmla="*/ 1123950 h 1266031"/>
              <a:gd name="connsiteX27" fmla="*/ 544513 w 1685033"/>
              <a:gd name="connsiteY27" fmla="*/ 1218406 h 1266031"/>
              <a:gd name="connsiteX28" fmla="*/ 364332 w 1685033"/>
              <a:gd name="connsiteY28" fmla="*/ 1266031 h 1266031"/>
              <a:gd name="connsiteX29" fmla="*/ 76200 w 1685033"/>
              <a:gd name="connsiteY29" fmla="*/ 1219200 h 1266031"/>
              <a:gd name="connsiteX30" fmla="*/ 0 w 1685033"/>
              <a:gd name="connsiteY30" fmla="*/ 1181100 h 1266031"/>
              <a:gd name="connsiteX0" fmla="*/ 996950 w 1685033"/>
              <a:gd name="connsiteY0" fmla="*/ 0 h 1266031"/>
              <a:gd name="connsiteX1" fmla="*/ 1073150 w 1685033"/>
              <a:gd name="connsiteY1" fmla="*/ 107950 h 1266031"/>
              <a:gd name="connsiteX2" fmla="*/ 1111250 w 1685033"/>
              <a:gd name="connsiteY2" fmla="*/ 146050 h 1266031"/>
              <a:gd name="connsiteX3" fmla="*/ 1149350 w 1685033"/>
              <a:gd name="connsiteY3" fmla="*/ 165100 h 1266031"/>
              <a:gd name="connsiteX4" fmla="*/ 1225550 w 1685033"/>
              <a:gd name="connsiteY4" fmla="*/ 184150 h 1266031"/>
              <a:gd name="connsiteX5" fmla="*/ 1295400 w 1685033"/>
              <a:gd name="connsiteY5" fmla="*/ 196850 h 1266031"/>
              <a:gd name="connsiteX6" fmla="*/ 1492250 w 1685033"/>
              <a:gd name="connsiteY6" fmla="*/ 234950 h 1266031"/>
              <a:gd name="connsiteX7" fmla="*/ 1581150 w 1685033"/>
              <a:gd name="connsiteY7" fmla="*/ 285750 h 1266031"/>
              <a:gd name="connsiteX8" fmla="*/ 1657350 w 1685033"/>
              <a:gd name="connsiteY8" fmla="*/ 374650 h 1266031"/>
              <a:gd name="connsiteX9" fmla="*/ 1676400 w 1685033"/>
              <a:gd name="connsiteY9" fmla="*/ 444500 h 1266031"/>
              <a:gd name="connsiteX10" fmla="*/ 1682750 w 1685033"/>
              <a:gd name="connsiteY10" fmla="*/ 679450 h 1266031"/>
              <a:gd name="connsiteX11" fmla="*/ 1638300 w 1685033"/>
              <a:gd name="connsiteY11" fmla="*/ 755650 h 1266031"/>
              <a:gd name="connsiteX12" fmla="*/ 1468438 w 1685033"/>
              <a:gd name="connsiteY12" fmla="*/ 780256 h 1266031"/>
              <a:gd name="connsiteX13" fmla="*/ 1231900 w 1685033"/>
              <a:gd name="connsiteY13" fmla="*/ 787400 h 1266031"/>
              <a:gd name="connsiteX14" fmla="*/ 1118393 w 1685033"/>
              <a:gd name="connsiteY14" fmla="*/ 714375 h 1266031"/>
              <a:gd name="connsiteX15" fmla="*/ 1066800 w 1685033"/>
              <a:gd name="connsiteY15" fmla="*/ 571500 h 1266031"/>
              <a:gd name="connsiteX16" fmla="*/ 1021556 w 1685033"/>
              <a:gd name="connsiteY16" fmla="*/ 484187 h 1266031"/>
              <a:gd name="connsiteX17" fmla="*/ 939007 w 1685033"/>
              <a:gd name="connsiteY17" fmla="*/ 400050 h 1266031"/>
              <a:gd name="connsiteX18" fmla="*/ 864394 w 1685033"/>
              <a:gd name="connsiteY18" fmla="*/ 369094 h 1266031"/>
              <a:gd name="connsiteX19" fmla="*/ 758825 w 1685033"/>
              <a:gd name="connsiteY19" fmla="*/ 382587 h 1266031"/>
              <a:gd name="connsiteX20" fmla="*/ 677069 w 1685033"/>
              <a:gd name="connsiteY20" fmla="*/ 417512 h 1266031"/>
              <a:gd name="connsiteX21" fmla="*/ 599282 w 1685033"/>
              <a:gd name="connsiteY21" fmla="*/ 514350 h 1266031"/>
              <a:gd name="connsiteX22" fmla="*/ 558800 w 1685033"/>
              <a:gd name="connsiteY22" fmla="*/ 605631 h 1266031"/>
              <a:gd name="connsiteX23" fmla="*/ 567530 w 1685033"/>
              <a:gd name="connsiteY23" fmla="*/ 730250 h 1266031"/>
              <a:gd name="connsiteX24" fmla="*/ 618332 w 1685033"/>
              <a:gd name="connsiteY24" fmla="*/ 850107 h 1266031"/>
              <a:gd name="connsiteX25" fmla="*/ 660400 w 1685033"/>
              <a:gd name="connsiteY25" fmla="*/ 927100 h 1266031"/>
              <a:gd name="connsiteX26" fmla="*/ 628650 w 1685033"/>
              <a:gd name="connsiteY26" fmla="*/ 1123950 h 1266031"/>
              <a:gd name="connsiteX27" fmla="*/ 544513 w 1685033"/>
              <a:gd name="connsiteY27" fmla="*/ 1218406 h 1266031"/>
              <a:gd name="connsiteX28" fmla="*/ 364332 w 1685033"/>
              <a:gd name="connsiteY28" fmla="*/ 1266031 h 1266031"/>
              <a:gd name="connsiteX29" fmla="*/ 76200 w 1685033"/>
              <a:gd name="connsiteY29" fmla="*/ 1219200 h 1266031"/>
              <a:gd name="connsiteX30" fmla="*/ 0 w 1685033"/>
              <a:gd name="connsiteY30" fmla="*/ 1181100 h 1266031"/>
              <a:gd name="connsiteX0" fmla="*/ 996950 w 1688830"/>
              <a:gd name="connsiteY0" fmla="*/ 0 h 1266031"/>
              <a:gd name="connsiteX1" fmla="*/ 1073150 w 1688830"/>
              <a:gd name="connsiteY1" fmla="*/ 107950 h 1266031"/>
              <a:gd name="connsiteX2" fmla="*/ 1111250 w 1688830"/>
              <a:gd name="connsiteY2" fmla="*/ 146050 h 1266031"/>
              <a:gd name="connsiteX3" fmla="*/ 1149350 w 1688830"/>
              <a:gd name="connsiteY3" fmla="*/ 165100 h 1266031"/>
              <a:gd name="connsiteX4" fmla="*/ 1225550 w 1688830"/>
              <a:gd name="connsiteY4" fmla="*/ 184150 h 1266031"/>
              <a:gd name="connsiteX5" fmla="*/ 1295400 w 1688830"/>
              <a:gd name="connsiteY5" fmla="*/ 196850 h 1266031"/>
              <a:gd name="connsiteX6" fmla="*/ 1492250 w 1688830"/>
              <a:gd name="connsiteY6" fmla="*/ 234950 h 1266031"/>
              <a:gd name="connsiteX7" fmla="*/ 1581150 w 1688830"/>
              <a:gd name="connsiteY7" fmla="*/ 285750 h 1266031"/>
              <a:gd name="connsiteX8" fmla="*/ 1657350 w 1688830"/>
              <a:gd name="connsiteY8" fmla="*/ 374650 h 1266031"/>
              <a:gd name="connsiteX9" fmla="*/ 1676400 w 1688830"/>
              <a:gd name="connsiteY9" fmla="*/ 444500 h 1266031"/>
              <a:gd name="connsiteX10" fmla="*/ 1682750 w 1688830"/>
              <a:gd name="connsiteY10" fmla="*/ 679450 h 1266031"/>
              <a:gd name="connsiteX11" fmla="*/ 1585913 w 1688830"/>
              <a:gd name="connsiteY11" fmla="*/ 691357 h 1266031"/>
              <a:gd name="connsiteX12" fmla="*/ 1468438 w 1688830"/>
              <a:gd name="connsiteY12" fmla="*/ 780256 h 1266031"/>
              <a:gd name="connsiteX13" fmla="*/ 1231900 w 1688830"/>
              <a:gd name="connsiteY13" fmla="*/ 787400 h 1266031"/>
              <a:gd name="connsiteX14" fmla="*/ 1118393 w 1688830"/>
              <a:gd name="connsiteY14" fmla="*/ 714375 h 1266031"/>
              <a:gd name="connsiteX15" fmla="*/ 1066800 w 1688830"/>
              <a:gd name="connsiteY15" fmla="*/ 571500 h 1266031"/>
              <a:gd name="connsiteX16" fmla="*/ 1021556 w 1688830"/>
              <a:gd name="connsiteY16" fmla="*/ 484187 h 1266031"/>
              <a:gd name="connsiteX17" fmla="*/ 939007 w 1688830"/>
              <a:gd name="connsiteY17" fmla="*/ 400050 h 1266031"/>
              <a:gd name="connsiteX18" fmla="*/ 864394 w 1688830"/>
              <a:gd name="connsiteY18" fmla="*/ 369094 h 1266031"/>
              <a:gd name="connsiteX19" fmla="*/ 758825 w 1688830"/>
              <a:gd name="connsiteY19" fmla="*/ 382587 h 1266031"/>
              <a:gd name="connsiteX20" fmla="*/ 677069 w 1688830"/>
              <a:gd name="connsiteY20" fmla="*/ 417512 h 1266031"/>
              <a:gd name="connsiteX21" fmla="*/ 599282 w 1688830"/>
              <a:gd name="connsiteY21" fmla="*/ 514350 h 1266031"/>
              <a:gd name="connsiteX22" fmla="*/ 558800 w 1688830"/>
              <a:gd name="connsiteY22" fmla="*/ 605631 h 1266031"/>
              <a:gd name="connsiteX23" fmla="*/ 567530 w 1688830"/>
              <a:gd name="connsiteY23" fmla="*/ 730250 h 1266031"/>
              <a:gd name="connsiteX24" fmla="*/ 618332 w 1688830"/>
              <a:gd name="connsiteY24" fmla="*/ 850107 h 1266031"/>
              <a:gd name="connsiteX25" fmla="*/ 660400 w 1688830"/>
              <a:gd name="connsiteY25" fmla="*/ 927100 h 1266031"/>
              <a:gd name="connsiteX26" fmla="*/ 628650 w 1688830"/>
              <a:gd name="connsiteY26" fmla="*/ 1123950 h 1266031"/>
              <a:gd name="connsiteX27" fmla="*/ 544513 w 1688830"/>
              <a:gd name="connsiteY27" fmla="*/ 1218406 h 1266031"/>
              <a:gd name="connsiteX28" fmla="*/ 364332 w 1688830"/>
              <a:gd name="connsiteY28" fmla="*/ 1266031 h 1266031"/>
              <a:gd name="connsiteX29" fmla="*/ 76200 w 1688830"/>
              <a:gd name="connsiteY29" fmla="*/ 1219200 h 1266031"/>
              <a:gd name="connsiteX30" fmla="*/ 0 w 1688830"/>
              <a:gd name="connsiteY30" fmla="*/ 1181100 h 1266031"/>
              <a:gd name="connsiteX0" fmla="*/ 996950 w 1676844"/>
              <a:gd name="connsiteY0" fmla="*/ 0 h 1266031"/>
              <a:gd name="connsiteX1" fmla="*/ 1073150 w 1676844"/>
              <a:gd name="connsiteY1" fmla="*/ 107950 h 1266031"/>
              <a:gd name="connsiteX2" fmla="*/ 1111250 w 1676844"/>
              <a:gd name="connsiteY2" fmla="*/ 146050 h 1266031"/>
              <a:gd name="connsiteX3" fmla="*/ 1149350 w 1676844"/>
              <a:gd name="connsiteY3" fmla="*/ 165100 h 1266031"/>
              <a:gd name="connsiteX4" fmla="*/ 1225550 w 1676844"/>
              <a:gd name="connsiteY4" fmla="*/ 184150 h 1266031"/>
              <a:gd name="connsiteX5" fmla="*/ 1295400 w 1676844"/>
              <a:gd name="connsiteY5" fmla="*/ 196850 h 1266031"/>
              <a:gd name="connsiteX6" fmla="*/ 1492250 w 1676844"/>
              <a:gd name="connsiteY6" fmla="*/ 234950 h 1266031"/>
              <a:gd name="connsiteX7" fmla="*/ 1581150 w 1676844"/>
              <a:gd name="connsiteY7" fmla="*/ 285750 h 1266031"/>
              <a:gd name="connsiteX8" fmla="*/ 1657350 w 1676844"/>
              <a:gd name="connsiteY8" fmla="*/ 374650 h 1266031"/>
              <a:gd name="connsiteX9" fmla="*/ 1676400 w 1676844"/>
              <a:gd name="connsiteY9" fmla="*/ 444500 h 1266031"/>
              <a:gd name="connsiteX10" fmla="*/ 1644650 w 1676844"/>
              <a:gd name="connsiteY10" fmla="*/ 586581 h 1266031"/>
              <a:gd name="connsiteX11" fmla="*/ 1585913 w 1676844"/>
              <a:gd name="connsiteY11" fmla="*/ 691357 h 1266031"/>
              <a:gd name="connsiteX12" fmla="*/ 1468438 w 1676844"/>
              <a:gd name="connsiteY12" fmla="*/ 780256 h 1266031"/>
              <a:gd name="connsiteX13" fmla="*/ 1231900 w 1676844"/>
              <a:gd name="connsiteY13" fmla="*/ 787400 h 1266031"/>
              <a:gd name="connsiteX14" fmla="*/ 1118393 w 1676844"/>
              <a:gd name="connsiteY14" fmla="*/ 714375 h 1266031"/>
              <a:gd name="connsiteX15" fmla="*/ 1066800 w 1676844"/>
              <a:gd name="connsiteY15" fmla="*/ 571500 h 1266031"/>
              <a:gd name="connsiteX16" fmla="*/ 1021556 w 1676844"/>
              <a:gd name="connsiteY16" fmla="*/ 484187 h 1266031"/>
              <a:gd name="connsiteX17" fmla="*/ 939007 w 1676844"/>
              <a:gd name="connsiteY17" fmla="*/ 400050 h 1266031"/>
              <a:gd name="connsiteX18" fmla="*/ 864394 w 1676844"/>
              <a:gd name="connsiteY18" fmla="*/ 369094 h 1266031"/>
              <a:gd name="connsiteX19" fmla="*/ 758825 w 1676844"/>
              <a:gd name="connsiteY19" fmla="*/ 382587 h 1266031"/>
              <a:gd name="connsiteX20" fmla="*/ 677069 w 1676844"/>
              <a:gd name="connsiteY20" fmla="*/ 417512 h 1266031"/>
              <a:gd name="connsiteX21" fmla="*/ 599282 w 1676844"/>
              <a:gd name="connsiteY21" fmla="*/ 514350 h 1266031"/>
              <a:gd name="connsiteX22" fmla="*/ 558800 w 1676844"/>
              <a:gd name="connsiteY22" fmla="*/ 605631 h 1266031"/>
              <a:gd name="connsiteX23" fmla="*/ 567530 w 1676844"/>
              <a:gd name="connsiteY23" fmla="*/ 730250 h 1266031"/>
              <a:gd name="connsiteX24" fmla="*/ 618332 w 1676844"/>
              <a:gd name="connsiteY24" fmla="*/ 850107 h 1266031"/>
              <a:gd name="connsiteX25" fmla="*/ 660400 w 1676844"/>
              <a:gd name="connsiteY25" fmla="*/ 927100 h 1266031"/>
              <a:gd name="connsiteX26" fmla="*/ 628650 w 1676844"/>
              <a:gd name="connsiteY26" fmla="*/ 1123950 h 1266031"/>
              <a:gd name="connsiteX27" fmla="*/ 544513 w 1676844"/>
              <a:gd name="connsiteY27" fmla="*/ 1218406 h 1266031"/>
              <a:gd name="connsiteX28" fmla="*/ 364332 w 1676844"/>
              <a:gd name="connsiteY28" fmla="*/ 1266031 h 1266031"/>
              <a:gd name="connsiteX29" fmla="*/ 76200 w 1676844"/>
              <a:gd name="connsiteY29" fmla="*/ 1219200 h 1266031"/>
              <a:gd name="connsiteX30" fmla="*/ 0 w 1676844"/>
              <a:gd name="connsiteY30" fmla="*/ 1181100 h 1266031"/>
              <a:gd name="connsiteX0" fmla="*/ 996950 w 1659150"/>
              <a:gd name="connsiteY0" fmla="*/ 0 h 1266031"/>
              <a:gd name="connsiteX1" fmla="*/ 1073150 w 1659150"/>
              <a:gd name="connsiteY1" fmla="*/ 107950 h 1266031"/>
              <a:gd name="connsiteX2" fmla="*/ 1111250 w 1659150"/>
              <a:gd name="connsiteY2" fmla="*/ 146050 h 1266031"/>
              <a:gd name="connsiteX3" fmla="*/ 1149350 w 1659150"/>
              <a:gd name="connsiteY3" fmla="*/ 165100 h 1266031"/>
              <a:gd name="connsiteX4" fmla="*/ 1225550 w 1659150"/>
              <a:gd name="connsiteY4" fmla="*/ 184150 h 1266031"/>
              <a:gd name="connsiteX5" fmla="*/ 1295400 w 1659150"/>
              <a:gd name="connsiteY5" fmla="*/ 196850 h 1266031"/>
              <a:gd name="connsiteX6" fmla="*/ 1492250 w 1659150"/>
              <a:gd name="connsiteY6" fmla="*/ 234950 h 1266031"/>
              <a:gd name="connsiteX7" fmla="*/ 1581150 w 1659150"/>
              <a:gd name="connsiteY7" fmla="*/ 285750 h 1266031"/>
              <a:gd name="connsiteX8" fmla="*/ 1657350 w 1659150"/>
              <a:gd name="connsiteY8" fmla="*/ 374650 h 1266031"/>
              <a:gd name="connsiteX9" fmla="*/ 1635919 w 1659150"/>
              <a:gd name="connsiteY9" fmla="*/ 444500 h 1266031"/>
              <a:gd name="connsiteX10" fmla="*/ 1644650 w 1659150"/>
              <a:gd name="connsiteY10" fmla="*/ 586581 h 1266031"/>
              <a:gd name="connsiteX11" fmla="*/ 1585913 w 1659150"/>
              <a:gd name="connsiteY11" fmla="*/ 691357 h 1266031"/>
              <a:gd name="connsiteX12" fmla="*/ 1468438 w 1659150"/>
              <a:gd name="connsiteY12" fmla="*/ 780256 h 1266031"/>
              <a:gd name="connsiteX13" fmla="*/ 1231900 w 1659150"/>
              <a:gd name="connsiteY13" fmla="*/ 787400 h 1266031"/>
              <a:gd name="connsiteX14" fmla="*/ 1118393 w 1659150"/>
              <a:gd name="connsiteY14" fmla="*/ 714375 h 1266031"/>
              <a:gd name="connsiteX15" fmla="*/ 1066800 w 1659150"/>
              <a:gd name="connsiteY15" fmla="*/ 571500 h 1266031"/>
              <a:gd name="connsiteX16" fmla="*/ 1021556 w 1659150"/>
              <a:gd name="connsiteY16" fmla="*/ 484187 h 1266031"/>
              <a:gd name="connsiteX17" fmla="*/ 939007 w 1659150"/>
              <a:gd name="connsiteY17" fmla="*/ 400050 h 1266031"/>
              <a:gd name="connsiteX18" fmla="*/ 864394 w 1659150"/>
              <a:gd name="connsiteY18" fmla="*/ 369094 h 1266031"/>
              <a:gd name="connsiteX19" fmla="*/ 758825 w 1659150"/>
              <a:gd name="connsiteY19" fmla="*/ 382587 h 1266031"/>
              <a:gd name="connsiteX20" fmla="*/ 677069 w 1659150"/>
              <a:gd name="connsiteY20" fmla="*/ 417512 h 1266031"/>
              <a:gd name="connsiteX21" fmla="*/ 599282 w 1659150"/>
              <a:gd name="connsiteY21" fmla="*/ 514350 h 1266031"/>
              <a:gd name="connsiteX22" fmla="*/ 558800 w 1659150"/>
              <a:gd name="connsiteY22" fmla="*/ 605631 h 1266031"/>
              <a:gd name="connsiteX23" fmla="*/ 567530 w 1659150"/>
              <a:gd name="connsiteY23" fmla="*/ 730250 h 1266031"/>
              <a:gd name="connsiteX24" fmla="*/ 618332 w 1659150"/>
              <a:gd name="connsiteY24" fmla="*/ 850107 h 1266031"/>
              <a:gd name="connsiteX25" fmla="*/ 660400 w 1659150"/>
              <a:gd name="connsiteY25" fmla="*/ 927100 h 1266031"/>
              <a:gd name="connsiteX26" fmla="*/ 628650 w 1659150"/>
              <a:gd name="connsiteY26" fmla="*/ 1123950 h 1266031"/>
              <a:gd name="connsiteX27" fmla="*/ 544513 w 1659150"/>
              <a:gd name="connsiteY27" fmla="*/ 1218406 h 1266031"/>
              <a:gd name="connsiteX28" fmla="*/ 364332 w 1659150"/>
              <a:gd name="connsiteY28" fmla="*/ 1266031 h 1266031"/>
              <a:gd name="connsiteX29" fmla="*/ 76200 w 1659150"/>
              <a:gd name="connsiteY29" fmla="*/ 1219200 h 1266031"/>
              <a:gd name="connsiteX30" fmla="*/ 0 w 1659150"/>
              <a:gd name="connsiteY30" fmla="*/ 1181100 h 1266031"/>
              <a:gd name="connsiteX0" fmla="*/ 996950 w 1647679"/>
              <a:gd name="connsiteY0" fmla="*/ 0 h 1266031"/>
              <a:gd name="connsiteX1" fmla="*/ 1073150 w 1647679"/>
              <a:gd name="connsiteY1" fmla="*/ 107950 h 1266031"/>
              <a:gd name="connsiteX2" fmla="*/ 1111250 w 1647679"/>
              <a:gd name="connsiteY2" fmla="*/ 146050 h 1266031"/>
              <a:gd name="connsiteX3" fmla="*/ 1149350 w 1647679"/>
              <a:gd name="connsiteY3" fmla="*/ 165100 h 1266031"/>
              <a:gd name="connsiteX4" fmla="*/ 1225550 w 1647679"/>
              <a:gd name="connsiteY4" fmla="*/ 184150 h 1266031"/>
              <a:gd name="connsiteX5" fmla="*/ 1295400 w 1647679"/>
              <a:gd name="connsiteY5" fmla="*/ 196850 h 1266031"/>
              <a:gd name="connsiteX6" fmla="*/ 1492250 w 1647679"/>
              <a:gd name="connsiteY6" fmla="*/ 234950 h 1266031"/>
              <a:gd name="connsiteX7" fmla="*/ 1581150 w 1647679"/>
              <a:gd name="connsiteY7" fmla="*/ 285750 h 1266031"/>
              <a:gd name="connsiteX8" fmla="*/ 1607343 w 1647679"/>
              <a:gd name="connsiteY8" fmla="*/ 374650 h 1266031"/>
              <a:gd name="connsiteX9" fmla="*/ 1635919 w 1647679"/>
              <a:gd name="connsiteY9" fmla="*/ 444500 h 1266031"/>
              <a:gd name="connsiteX10" fmla="*/ 1644650 w 1647679"/>
              <a:gd name="connsiteY10" fmla="*/ 586581 h 1266031"/>
              <a:gd name="connsiteX11" fmla="*/ 1585913 w 1647679"/>
              <a:gd name="connsiteY11" fmla="*/ 691357 h 1266031"/>
              <a:gd name="connsiteX12" fmla="*/ 1468438 w 1647679"/>
              <a:gd name="connsiteY12" fmla="*/ 780256 h 1266031"/>
              <a:gd name="connsiteX13" fmla="*/ 1231900 w 1647679"/>
              <a:gd name="connsiteY13" fmla="*/ 787400 h 1266031"/>
              <a:gd name="connsiteX14" fmla="*/ 1118393 w 1647679"/>
              <a:gd name="connsiteY14" fmla="*/ 714375 h 1266031"/>
              <a:gd name="connsiteX15" fmla="*/ 1066800 w 1647679"/>
              <a:gd name="connsiteY15" fmla="*/ 571500 h 1266031"/>
              <a:gd name="connsiteX16" fmla="*/ 1021556 w 1647679"/>
              <a:gd name="connsiteY16" fmla="*/ 484187 h 1266031"/>
              <a:gd name="connsiteX17" fmla="*/ 939007 w 1647679"/>
              <a:gd name="connsiteY17" fmla="*/ 400050 h 1266031"/>
              <a:gd name="connsiteX18" fmla="*/ 864394 w 1647679"/>
              <a:gd name="connsiteY18" fmla="*/ 369094 h 1266031"/>
              <a:gd name="connsiteX19" fmla="*/ 758825 w 1647679"/>
              <a:gd name="connsiteY19" fmla="*/ 382587 h 1266031"/>
              <a:gd name="connsiteX20" fmla="*/ 677069 w 1647679"/>
              <a:gd name="connsiteY20" fmla="*/ 417512 h 1266031"/>
              <a:gd name="connsiteX21" fmla="*/ 599282 w 1647679"/>
              <a:gd name="connsiteY21" fmla="*/ 514350 h 1266031"/>
              <a:gd name="connsiteX22" fmla="*/ 558800 w 1647679"/>
              <a:gd name="connsiteY22" fmla="*/ 605631 h 1266031"/>
              <a:gd name="connsiteX23" fmla="*/ 567530 w 1647679"/>
              <a:gd name="connsiteY23" fmla="*/ 730250 h 1266031"/>
              <a:gd name="connsiteX24" fmla="*/ 618332 w 1647679"/>
              <a:gd name="connsiteY24" fmla="*/ 850107 h 1266031"/>
              <a:gd name="connsiteX25" fmla="*/ 660400 w 1647679"/>
              <a:gd name="connsiteY25" fmla="*/ 927100 h 1266031"/>
              <a:gd name="connsiteX26" fmla="*/ 628650 w 1647679"/>
              <a:gd name="connsiteY26" fmla="*/ 1123950 h 1266031"/>
              <a:gd name="connsiteX27" fmla="*/ 544513 w 1647679"/>
              <a:gd name="connsiteY27" fmla="*/ 1218406 h 1266031"/>
              <a:gd name="connsiteX28" fmla="*/ 364332 w 1647679"/>
              <a:gd name="connsiteY28" fmla="*/ 1266031 h 1266031"/>
              <a:gd name="connsiteX29" fmla="*/ 76200 w 1647679"/>
              <a:gd name="connsiteY29" fmla="*/ 1219200 h 1266031"/>
              <a:gd name="connsiteX30" fmla="*/ 0 w 1647679"/>
              <a:gd name="connsiteY30" fmla="*/ 1181100 h 1266031"/>
              <a:gd name="connsiteX0" fmla="*/ 996950 w 1647679"/>
              <a:gd name="connsiteY0" fmla="*/ 0 h 1266031"/>
              <a:gd name="connsiteX1" fmla="*/ 1073150 w 1647679"/>
              <a:gd name="connsiteY1" fmla="*/ 107950 h 1266031"/>
              <a:gd name="connsiteX2" fmla="*/ 1111250 w 1647679"/>
              <a:gd name="connsiteY2" fmla="*/ 146050 h 1266031"/>
              <a:gd name="connsiteX3" fmla="*/ 1149350 w 1647679"/>
              <a:gd name="connsiteY3" fmla="*/ 165100 h 1266031"/>
              <a:gd name="connsiteX4" fmla="*/ 1225550 w 1647679"/>
              <a:gd name="connsiteY4" fmla="*/ 184150 h 1266031"/>
              <a:gd name="connsiteX5" fmla="*/ 1295400 w 1647679"/>
              <a:gd name="connsiteY5" fmla="*/ 196850 h 1266031"/>
              <a:gd name="connsiteX6" fmla="*/ 1492250 w 1647679"/>
              <a:gd name="connsiteY6" fmla="*/ 234950 h 1266031"/>
              <a:gd name="connsiteX7" fmla="*/ 1550193 w 1647679"/>
              <a:gd name="connsiteY7" fmla="*/ 285750 h 1266031"/>
              <a:gd name="connsiteX8" fmla="*/ 1607343 w 1647679"/>
              <a:gd name="connsiteY8" fmla="*/ 374650 h 1266031"/>
              <a:gd name="connsiteX9" fmla="*/ 1635919 w 1647679"/>
              <a:gd name="connsiteY9" fmla="*/ 444500 h 1266031"/>
              <a:gd name="connsiteX10" fmla="*/ 1644650 w 1647679"/>
              <a:gd name="connsiteY10" fmla="*/ 586581 h 1266031"/>
              <a:gd name="connsiteX11" fmla="*/ 1585913 w 1647679"/>
              <a:gd name="connsiteY11" fmla="*/ 691357 h 1266031"/>
              <a:gd name="connsiteX12" fmla="*/ 1468438 w 1647679"/>
              <a:gd name="connsiteY12" fmla="*/ 780256 h 1266031"/>
              <a:gd name="connsiteX13" fmla="*/ 1231900 w 1647679"/>
              <a:gd name="connsiteY13" fmla="*/ 787400 h 1266031"/>
              <a:gd name="connsiteX14" fmla="*/ 1118393 w 1647679"/>
              <a:gd name="connsiteY14" fmla="*/ 714375 h 1266031"/>
              <a:gd name="connsiteX15" fmla="*/ 1066800 w 1647679"/>
              <a:gd name="connsiteY15" fmla="*/ 571500 h 1266031"/>
              <a:gd name="connsiteX16" fmla="*/ 1021556 w 1647679"/>
              <a:gd name="connsiteY16" fmla="*/ 484187 h 1266031"/>
              <a:gd name="connsiteX17" fmla="*/ 939007 w 1647679"/>
              <a:gd name="connsiteY17" fmla="*/ 400050 h 1266031"/>
              <a:gd name="connsiteX18" fmla="*/ 864394 w 1647679"/>
              <a:gd name="connsiteY18" fmla="*/ 369094 h 1266031"/>
              <a:gd name="connsiteX19" fmla="*/ 758825 w 1647679"/>
              <a:gd name="connsiteY19" fmla="*/ 382587 h 1266031"/>
              <a:gd name="connsiteX20" fmla="*/ 677069 w 1647679"/>
              <a:gd name="connsiteY20" fmla="*/ 417512 h 1266031"/>
              <a:gd name="connsiteX21" fmla="*/ 599282 w 1647679"/>
              <a:gd name="connsiteY21" fmla="*/ 514350 h 1266031"/>
              <a:gd name="connsiteX22" fmla="*/ 558800 w 1647679"/>
              <a:gd name="connsiteY22" fmla="*/ 605631 h 1266031"/>
              <a:gd name="connsiteX23" fmla="*/ 567530 w 1647679"/>
              <a:gd name="connsiteY23" fmla="*/ 730250 h 1266031"/>
              <a:gd name="connsiteX24" fmla="*/ 618332 w 1647679"/>
              <a:gd name="connsiteY24" fmla="*/ 850107 h 1266031"/>
              <a:gd name="connsiteX25" fmla="*/ 660400 w 1647679"/>
              <a:gd name="connsiteY25" fmla="*/ 927100 h 1266031"/>
              <a:gd name="connsiteX26" fmla="*/ 628650 w 1647679"/>
              <a:gd name="connsiteY26" fmla="*/ 1123950 h 1266031"/>
              <a:gd name="connsiteX27" fmla="*/ 544513 w 1647679"/>
              <a:gd name="connsiteY27" fmla="*/ 1218406 h 1266031"/>
              <a:gd name="connsiteX28" fmla="*/ 364332 w 1647679"/>
              <a:gd name="connsiteY28" fmla="*/ 1266031 h 1266031"/>
              <a:gd name="connsiteX29" fmla="*/ 76200 w 1647679"/>
              <a:gd name="connsiteY29" fmla="*/ 1219200 h 1266031"/>
              <a:gd name="connsiteX30" fmla="*/ 0 w 1647679"/>
              <a:gd name="connsiteY30" fmla="*/ 1181100 h 1266031"/>
              <a:gd name="connsiteX0" fmla="*/ 996950 w 1647679"/>
              <a:gd name="connsiteY0" fmla="*/ 0 h 1266031"/>
              <a:gd name="connsiteX1" fmla="*/ 1073150 w 1647679"/>
              <a:gd name="connsiteY1" fmla="*/ 107950 h 1266031"/>
              <a:gd name="connsiteX2" fmla="*/ 1111250 w 1647679"/>
              <a:gd name="connsiteY2" fmla="*/ 146050 h 1266031"/>
              <a:gd name="connsiteX3" fmla="*/ 1149350 w 1647679"/>
              <a:gd name="connsiteY3" fmla="*/ 165100 h 1266031"/>
              <a:gd name="connsiteX4" fmla="*/ 1225550 w 1647679"/>
              <a:gd name="connsiteY4" fmla="*/ 184150 h 1266031"/>
              <a:gd name="connsiteX5" fmla="*/ 1295400 w 1647679"/>
              <a:gd name="connsiteY5" fmla="*/ 196850 h 1266031"/>
              <a:gd name="connsiteX6" fmla="*/ 1418431 w 1647679"/>
              <a:gd name="connsiteY6" fmla="*/ 237331 h 1266031"/>
              <a:gd name="connsiteX7" fmla="*/ 1550193 w 1647679"/>
              <a:gd name="connsiteY7" fmla="*/ 285750 h 1266031"/>
              <a:gd name="connsiteX8" fmla="*/ 1607343 w 1647679"/>
              <a:gd name="connsiteY8" fmla="*/ 374650 h 1266031"/>
              <a:gd name="connsiteX9" fmla="*/ 1635919 w 1647679"/>
              <a:gd name="connsiteY9" fmla="*/ 444500 h 1266031"/>
              <a:gd name="connsiteX10" fmla="*/ 1644650 w 1647679"/>
              <a:gd name="connsiteY10" fmla="*/ 586581 h 1266031"/>
              <a:gd name="connsiteX11" fmla="*/ 1585913 w 1647679"/>
              <a:gd name="connsiteY11" fmla="*/ 691357 h 1266031"/>
              <a:gd name="connsiteX12" fmla="*/ 1468438 w 1647679"/>
              <a:gd name="connsiteY12" fmla="*/ 780256 h 1266031"/>
              <a:gd name="connsiteX13" fmla="*/ 1231900 w 1647679"/>
              <a:gd name="connsiteY13" fmla="*/ 787400 h 1266031"/>
              <a:gd name="connsiteX14" fmla="*/ 1118393 w 1647679"/>
              <a:gd name="connsiteY14" fmla="*/ 714375 h 1266031"/>
              <a:gd name="connsiteX15" fmla="*/ 1066800 w 1647679"/>
              <a:gd name="connsiteY15" fmla="*/ 571500 h 1266031"/>
              <a:gd name="connsiteX16" fmla="*/ 1021556 w 1647679"/>
              <a:gd name="connsiteY16" fmla="*/ 484187 h 1266031"/>
              <a:gd name="connsiteX17" fmla="*/ 939007 w 1647679"/>
              <a:gd name="connsiteY17" fmla="*/ 400050 h 1266031"/>
              <a:gd name="connsiteX18" fmla="*/ 864394 w 1647679"/>
              <a:gd name="connsiteY18" fmla="*/ 369094 h 1266031"/>
              <a:gd name="connsiteX19" fmla="*/ 758825 w 1647679"/>
              <a:gd name="connsiteY19" fmla="*/ 382587 h 1266031"/>
              <a:gd name="connsiteX20" fmla="*/ 677069 w 1647679"/>
              <a:gd name="connsiteY20" fmla="*/ 417512 h 1266031"/>
              <a:gd name="connsiteX21" fmla="*/ 599282 w 1647679"/>
              <a:gd name="connsiteY21" fmla="*/ 514350 h 1266031"/>
              <a:gd name="connsiteX22" fmla="*/ 558800 w 1647679"/>
              <a:gd name="connsiteY22" fmla="*/ 605631 h 1266031"/>
              <a:gd name="connsiteX23" fmla="*/ 567530 w 1647679"/>
              <a:gd name="connsiteY23" fmla="*/ 730250 h 1266031"/>
              <a:gd name="connsiteX24" fmla="*/ 618332 w 1647679"/>
              <a:gd name="connsiteY24" fmla="*/ 850107 h 1266031"/>
              <a:gd name="connsiteX25" fmla="*/ 660400 w 1647679"/>
              <a:gd name="connsiteY25" fmla="*/ 927100 h 1266031"/>
              <a:gd name="connsiteX26" fmla="*/ 628650 w 1647679"/>
              <a:gd name="connsiteY26" fmla="*/ 1123950 h 1266031"/>
              <a:gd name="connsiteX27" fmla="*/ 544513 w 1647679"/>
              <a:gd name="connsiteY27" fmla="*/ 1218406 h 1266031"/>
              <a:gd name="connsiteX28" fmla="*/ 364332 w 1647679"/>
              <a:gd name="connsiteY28" fmla="*/ 1266031 h 1266031"/>
              <a:gd name="connsiteX29" fmla="*/ 76200 w 1647679"/>
              <a:gd name="connsiteY29" fmla="*/ 1219200 h 1266031"/>
              <a:gd name="connsiteX30" fmla="*/ 0 w 1647679"/>
              <a:gd name="connsiteY30" fmla="*/ 1181100 h 1266031"/>
              <a:gd name="connsiteX0" fmla="*/ 996950 w 1647679"/>
              <a:gd name="connsiteY0" fmla="*/ 0 h 1266031"/>
              <a:gd name="connsiteX1" fmla="*/ 1073150 w 1647679"/>
              <a:gd name="connsiteY1" fmla="*/ 107950 h 1266031"/>
              <a:gd name="connsiteX2" fmla="*/ 1111250 w 1647679"/>
              <a:gd name="connsiteY2" fmla="*/ 146050 h 1266031"/>
              <a:gd name="connsiteX3" fmla="*/ 1149350 w 1647679"/>
              <a:gd name="connsiteY3" fmla="*/ 165100 h 1266031"/>
              <a:gd name="connsiteX4" fmla="*/ 1225550 w 1647679"/>
              <a:gd name="connsiteY4" fmla="*/ 184150 h 1266031"/>
              <a:gd name="connsiteX5" fmla="*/ 1418431 w 1647679"/>
              <a:gd name="connsiteY5" fmla="*/ 237331 h 1266031"/>
              <a:gd name="connsiteX6" fmla="*/ 1550193 w 1647679"/>
              <a:gd name="connsiteY6" fmla="*/ 285750 h 1266031"/>
              <a:gd name="connsiteX7" fmla="*/ 1607343 w 1647679"/>
              <a:gd name="connsiteY7" fmla="*/ 374650 h 1266031"/>
              <a:gd name="connsiteX8" fmla="*/ 1635919 w 1647679"/>
              <a:gd name="connsiteY8" fmla="*/ 444500 h 1266031"/>
              <a:gd name="connsiteX9" fmla="*/ 1644650 w 1647679"/>
              <a:gd name="connsiteY9" fmla="*/ 586581 h 1266031"/>
              <a:gd name="connsiteX10" fmla="*/ 1585913 w 1647679"/>
              <a:gd name="connsiteY10" fmla="*/ 691357 h 1266031"/>
              <a:gd name="connsiteX11" fmla="*/ 1468438 w 1647679"/>
              <a:gd name="connsiteY11" fmla="*/ 780256 h 1266031"/>
              <a:gd name="connsiteX12" fmla="*/ 1231900 w 1647679"/>
              <a:gd name="connsiteY12" fmla="*/ 787400 h 1266031"/>
              <a:gd name="connsiteX13" fmla="*/ 1118393 w 1647679"/>
              <a:gd name="connsiteY13" fmla="*/ 714375 h 1266031"/>
              <a:gd name="connsiteX14" fmla="*/ 1066800 w 1647679"/>
              <a:gd name="connsiteY14" fmla="*/ 571500 h 1266031"/>
              <a:gd name="connsiteX15" fmla="*/ 1021556 w 1647679"/>
              <a:gd name="connsiteY15" fmla="*/ 484187 h 1266031"/>
              <a:gd name="connsiteX16" fmla="*/ 939007 w 1647679"/>
              <a:gd name="connsiteY16" fmla="*/ 400050 h 1266031"/>
              <a:gd name="connsiteX17" fmla="*/ 864394 w 1647679"/>
              <a:gd name="connsiteY17" fmla="*/ 369094 h 1266031"/>
              <a:gd name="connsiteX18" fmla="*/ 758825 w 1647679"/>
              <a:gd name="connsiteY18" fmla="*/ 382587 h 1266031"/>
              <a:gd name="connsiteX19" fmla="*/ 677069 w 1647679"/>
              <a:gd name="connsiteY19" fmla="*/ 417512 h 1266031"/>
              <a:gd name="connsiteX20" fmla="*/ 599282 w 1647679"/>
              <a:gd name="connsiteY20" fmla="*/ 514350 h 1266031"/>
              <a:gd name="connsiteX21" fmla="*/ 558800 w 1647679"/>
              <a:gd name="connsiteY21" fmla="*/ 605631 h 1266031"/>
              <a:gd name="connsiteX22" fmla="*/ 567530 w 1647679"/>
              <a:gd name="connsiteY22" fmla="*/ 730250 h 1266031"/>
              <a:gd name="connsiteX23" fmla="*/ 618332 w 1647679"/>
              <a:gd name="connsiteY23" fmla="*/ 850107 h 1266031"/>
              <a:gd name="connsiteX24" fmla="*/ 660400 w 1647679"/>
              <a:gd name="connsiteY24" fmla="*/ 927100 h 1266031"/>
              <a:gd name="connsiteX25" fmla="*/ 628650 w 1647679"/>
              <a:gd name="connsiteY25" fmla="*/ 1123950 h 1266031"/>
              <a:gd name="connsiteX26" fmla="*/ 544513 w 1647679"/>
              <a:gd name="connsiteY26" fmla="*/ 1218406 h 1266031"/>
              <a:gd name="connsiteX27" fmla="*/ 364332 w 1647679"/>
              <a:gd name="connsiteY27" fmla="*/ 1266031 h 1266031"/>
              <a:gd name="connsiteX28" fmla="*/ 76200 w 1647679"/>
              <a:gd name="connsiteY28" fmla="*/ 1219200 h 1266031"/>
              <a:gd name="connsiteX29" fmla="*/ 0 w 1647679"/>
              <a:gd name="connsiteY29" fmla="*/ 1181100 h 1266031"/>
              <a:gd name="connsiteX0" fmla="*/ 996950 w 1647679"/>
              <a:gd name="connsiteY0" fmla="*/ 0 h 1266031"/>
              <a:gd name="connsiteX1" fmla="*/ 1073150 w 1647679"/>
              <a:gd name="connsiteY1" fmla="*/ 107950 h 1266031"/>
              <a:gd name="connsiteX2" fmla="*/ 1111250 w 1647679"/>
              <a:gd name="connsiteY2" fmla="*/ 146050 h 1266031"/>
              <a:gd name="connsiteX3" fmla="*/ 1225550 w 1647679"/>
              <a:gd name="connsiteY3" fmla="*/ 184150 h 1266031"/>
              <a:gd name="connsiteX4" fmla="*/ 1418431 w 1647679"/>
              <a:gd name="connsiteY4" fmla="*/ 237331 h 1266031"/>
              <a:gd name="connsiteX5" fmla="*/ 1550193 w 1647679"/>
              <a:gd name="connsiteY5" fmla="*/ 285750 h 1266031"/>
              <a:gd name="connsiteX6" fmla="*/ 1607343 w 1647679"/>
              <a:gd name="connsiteY6" fmla="*/ 374650 h 1266031"/>
              <a:gd name="connsiteX7" fmla="*/ 1635919 w 1647679"/>
              <a:gd name="connsiteY7" fmla="*/ 444500 h 1266031"/>
              <a:gd name="connsiteX8" fmla="*/ 1644650 w 1647679"/>
              <a:gd name="connsiteY8" fmla="*/ 586581 h 1266031"/>
              <a:gd name="connsiteX9" fmla="*/ 1585913 w 1647679"/>
              <a:gd name="connsiteY9" fmla="*/ 691357 h 1266031"/>
              <a:gd name="connsiteX10" fmla="*/ 1468438 w 1647679"/>
              <a:gd name="connsiteY10" fmla="*/ 780256 h 1266031"/>
              <a:gd name="connsiteX11" fmla="*/ 1231900 w 1647679"/>
              <a:gd name="connsiteY11" fmla="*/ 787400 h 1266031"/>
              <a:gd name="connsiteX12" fmla="*/ 1118393 w 1647679"/>
              <a:gd name="connsiteY12" fmla="*/ 714375 h 1266031"/>
              <a:gd name="connsiteX13" fmla="*/ 1066800 w 1647679"/>
              <a:gd name="connsiteY13" fmla="*/ 571500 h 1266031"/>
              <a:gd name="connsiteX14" fmla="*/ 1021556 w 1647679"/>
              <a:gd name="connsiteY14" fmla="*/ 484187 h 1266031"/>
              <a:gd name="connsiteX15" fmla="*/ 939007 w 1647679"/>
              <a:gd name="connsiteY15" fmla="*/ 400050 h 1266031"/>
              <a:gd name="connsiteX16" fmla="*/ 864394 w 1647679"/>
              <a:gd name="connsiteY16" fmla="*/ 369094 h 1266031"/>
              <a:gd name="connsiteX17" fmla="*/ 758825 w 1647679"/>
              <a:gd name="connsiteY17" fmla="*/ 382587 h 1266031"/>
              <a:gd name="connsiteX18" fmla="*/ 677069 w 1647679"/>
              <a:gd name="connsiteY18" fmla="*/ 417512 h 1266031"/>
              <a:gd name="connsiteX19" fmla="*/ 599282 w 1647679"/>
              <a:gd name="connsiteY19" fmla="*/ 514350 h 1266031"/>
              <a:gd name="connsiteX20" fmla="*/ 558800 w 1647679"/>
              <a:gd name="connsiteY20" fmla="*/ 605631 h 1266031"/>
              <a:gd name="connsiteX21" fmla="*/ 567530 w 1647679"/>
              <a:gd name="connsiteY21" fmla="*/ 730250 h 1266031"/>
              <a:gd name="connsiteX22" fmla="*/ 618332 w 1647679"/>
              <a:gd name="connsiteY22" fmla="*/ 850107 h 1266031"/>
              <a:gd name="connsiteX23" fmla="*/ 660400 w 1647679"/>
              <a:gd name="connsiteY23" fmla="*/ 927100 h 1266031"/>
              <a:gd name="connsiteX24" fmla="*/ 628650 w 1647679"/>
              <a:gd name="connsiteY24" fmla="*/ 1123950 h 1266031"/>
              <a:gd name="connsiteX25" fmla="*/ 544513 w 1647679"/>
              <a:gd name="connsiteY25" fmla="*/ 1218406 h 1266031"/>
              <a:gd name="connsiteX26" fmla="*/ 364332 w 1647679"/>
              <a:gd name="connsiteY26" fmla="*/ 1266031 h 1266031"/>
              <a:gd name="connsiteX27" fmla="*/ 76200 w 1647679"/>
              <a:gd name="connsiteY27" fmla="*/ 1219200 h 1266031"/>
              <a:gd name="connsiteX28" fmla="*/ 0 w 1647679"/>
              <a:gd name="connsiteY28" fmla="*/ 1181100 h 1266031"/>
              <a:gd name="connsiteX0" fmla="*/ 996950 w 1647679"/>
              <a:gd name="connsiteY0" fmla="*/ 0 h 1266031"/>
              <a:gd name="connsiteX1" fmla="*/ 1073150 w 1647679"/>
              <a:gd name="connsiteY1" fmla="*/ 107950 h 1266031"/>
              <a:gd name="connsiteX2" fmla="*/ 1132681 w 1647679"/>
              <a:gd name="connsiteY2" fmla="*/ 146050 h 1266031"/>
              <a:gd name="connsiteX3" fmla="*/ 1225550 w 1647679"/>
              <a:gd name="connsiteY3" fmla="*/ 184150 h 1266031"/>
              <a:gd name="connsiteX4" fmla="*/ 1418431 w 1647679"/>
              <a:gd name="connsiteY4" fmla="*/ 237331 h 1266031"/>
              <a:gd name="connsiteX5" fmla="*/ 1550193 w 1647679"/>
              <a:gd name="connsiteY5" fmla="*/ 285750 h 1266031"/>
              <a:gd name="connsiteX6" fmla="*/ 1607343 w 1647679"/>
              <a:gd name="connsiteY6" fmla="*/ 374650 h 1266031"/>
              <a:gd name="connsiteX7" fmla="*/ 1635919 w 1647679"/>
              <a:gd name="connsiteY7" fmla="*/ 444500 h 1266031"/>
              <a:gd name="connsiteX8" fmla="*/ 1644650 w 1647679"/>
              <a:gd name="connsiteY8" fmla="*/ 586581 h 1266031"/>
              <a:gd name="connsiteX9" fmla="*/ 1585913 w 1647679"/>
              <a:gd name="connsiteY9" fmla="*/ 691357 h 1266031"/>
              <a:gd name="connsiteX10" fmla="*/ 1468438 w 1647679"/>
              <a:gd name="connsiteY10" fmla="*/ 780256 h 1266031"/>
              <a:gd name="connsiteX11" fmla="*/ 1231900 w 1647679"/>
              <a:gd name="connsiteY11" fmla="*/ 787400 h 1266031"/>
              <a:gd name="connsiteX12" fmla="*/ 1118393 w 1647679"/>
              <a:gd name="connsiteY12" fmla="*/ 714375 h 1266031"/>
              <a:gd name="connsiteX13" fmla="*/ 1066800 w 1647679"/>
              <a:gd name="connsiteY13" fmla="*/ 571500 h 1266031"/>
              <a:gd name="connsiteX14" fmla="*/ 1021556 w 1647679"/>
              <a:gd name="connsiteY14" fmla="*/ 484187 h 1266031"/>
              <a:gd name="connsiteX15" fmla="*/ 939007 w 1647679"/>
              <a:gd name="connsiteY15" fmla="*/ 400050 h 1266031"/>
              <a:gd name="connsiteX16" fmla="*/ 864394 w 1647679"/>
              <a:gd name="connsiteY16" fmla="*/ 369094 h 1266031"/>
              <a:gd name="connsiteX17" fmla="*/ 758825 w 1647679"/>
              <a:gd name="connsiteY17" fmla="*/ 382587 h 1266031"/>
              <a:gd name="connsiteX18" fmla="*/ 677069 w 1647679"/>
              <a:gd name="connsiteY18" fmla="*/ 417512 h 1266031"/>
              <a:gd name="connsiteX19" fmla="*/ 599282 w 1647679"/>
              <a:gd name="connsiteY19" fmla="*/ 514350 h 1266031"/>
              <a:gd name="connsiteX20" fmla="*/ 558800 w 1647679"/>
              <a:gd name="connsiteY20" fmla="*/ 605631 h 1266031"/>
              <a:gd name="connsiteX21" fmla="*/ 567530 w 1647679"/>
              <a:gd name="connsiteY21" fmla="*/ 730250 h 1266031"/>
              <a:gd name="connsiteX22" fmla="*/ 618332 w 1647679"/>
              <a:gd name="connsiteY22" fmla="*/ 850107 h 1266031"/>
              <a:gd name="connsiteX23" fmla="*/ 660400 w 1647679"/>
              <a:gd name="connsiteY23" fmla="*/ 927100 h 1266031"/>
              <a:gd name="connsiteX24" fmla="*/ 628650 w 1647679"/>
              <a:gd name="connsiteY24" fmla="*/ 1123950 h 1266031"/>
              <a:gd name="connsiteX25" fmla="*/ 544513 w 1647679"/>
              <a:gd name="connsiteY25" fmla="*/ 1218406 h 1266031"/>
              <a:gd name="connsiteX26" fmla="*/ 364332 w 1647679"/>
              <a:gd name="connsiteY26" fmla="*/ 1266031 h 1266031"/>
              <a:gd name="connsiteX27" fmla="*/ 76200 w 1647679"/>
              <a:gd name="connsiteY27" fmla="*/ 1219200 h 1266031"/>
              <a:gd name="connsiteX28" fmla="*/ 0 w 1647679"/>
              <a:gd name="connsiteY28" fmla="*/ 1181100 h 1266031"/>
              <a:gd name="connsiteX0" fmla="*/ 996950 w 1647679"/>
              <a:gd name="connsiteY0" fmla="*/ 0 h 1266031"/>
              <a:gd name="connsiteX1" fmla="*/ 1073150 w 1647679"/>
              <a:gd name="connsiteY1" fmla="*/ 107950 h 1266031"/>
              <a:gd name="connsiteX2" fmla="*/ 1132681 w 1647679"/>
              <a:gd name="connsiteY2" fmla="*/ 146050 h 1266031"/>
              <a:gd name="connsiteX3" fmla="*/ 1225550 w 1647679"/>
              <a:gd name="connsiteY3" fmla="*/ 184150 h 1266031"/>
              <a:gd name="connsiteX4" fmla="*/ 1418431 w 1647679"/>
              <a:gd name="connsiteY4" fmla="*/ 237331 h 1266031"/>
              <a:gd name="connsiteX5" fmla="*/ 1607343 w 1647679"/>
              <a:gd name="connsiteY5" fmla="*/ 374650 h 1266031"/>
              <a:gd name="connsiteX6" fmla="*/ 1635919 w 1647679"/>
              <a:gd name="connsiteY6" fmla="*/ 444500 h 1266031"/>
              <a:gd name="connsiteX7" fmla="*/ 1644650 w 1647679"/>
              <a:gd name="connsiteY7" fmla="*/ 586581 h 1266031"/>
              <a:gd name="connsiteX8" fmla="*/ 1585913 w 1647679"/>
              <a:gd name="connsiteY8" fmla="*/ 691357 h 1266031"/>
              <a:gd name="connsiteX9" fmla="*/ 1468438 w 1647679"/>
              <a:gd name="connsiteY9" fmla="*/ 780256 h 1266031"/>
              <a:gd name="connsiteX10" fmla="*/ 1231900 w 1647679"/>
              <a:gd name="connsiteY10" fmla="*/ 787400 h 1266031"/>
              <a:gd name="connsiteX11" fmla="*/ 1118393 w 1647679"/>
              <a:gd name="connsiteY11" fmla="*/ 714375 h 1266031"/>
              <a:gd name="connsiteX12" fmla="*/ 1066800 w 1647679"/>
              <a:gd name="connsiteY12" fmla="*/ 571500 h 1266031"/>
              <a:gd name="connsiteX13" fmla="*/ 1021556 w 1647679"/>
              <a:gd name="connsiteY13" fmla="*/ 484187 h 1266031"/>
              <a:gd name="connsiteX14" fmla="*/ 939007 w 1647679"/>
              <a:gd name="connsiteY14" fmla="*/ 400050 h 1266031"/>
              <a:gd name="connsiteX15" fmla="*/ 864394 w 1647679"/>
              <a:gd name="connsiteY15" fmla="*/ 369094 h 1266031"/>
              <a:gd name="connsiteX16" fmla="*/ 758825 w 1647679"/>
              <a:gd name="connsiteY16" fmla="*/ 382587 h 1266031"/>
              <a:gd name="connsiteX17" fmla="*/ 677069 w 1647679"/>
              <a:gd name="connsiteY17" fmla="*/ 417512 h 1266031"/>
              <a:gd name="connsiteX18" fmla="*/ 599282 w 1647679"/>
              <a:gd name="connsiteY18" fmla="*/ 514350 h 1266031"/>
              <a:gd name="connsiteX19" fmla="*/ 558800 w 1647679"/>
              <a:gd name="connsiteY19" fmla="*/ 605631 h 1266031"/>
              <a:gd name="connsiteX20" fmla="*/ 567530 w 1647679"/>
              <a:gd name="connsiteY20" fmla="*/ 730250 h 1266031"/>
              <a:gd name="connsiteX21" fmla="*/ 618332 w 1647679"/>
              <a:gd name="connsiteY21" fmla="*/ 850107 h 1266031"/>
              <a:gd name="connsiteX22" fmla="*/ 660400 w 1647679"/>
              <a:gd name="connsiteY22" fmla="*/ 927100 h 1266031"/>
              <a:gd name="connsiteX23" fmla="*/ 628650 w 1647679"/>
              <a:gd name="connsiteY23" fmla="*/ 1123950 h 1266031"/>
              <a:gd name="connsiteX24" fmla="*/ 544513 w 1647679"/>
              <a:gd name="connsiteY24" fmla="*/ 1218406 h 1266031"/>
              <a:gd name="connsiteX25" fmla="*/ 364332 w 1647679"/>
              <a:gd name="connsiteY25" fmla="*/ 1266031 h 1266031"/>
              <a:gd name="connsiteX26" fmla="*/ 76200 w 1647679"/>
              <a:gd name="connsiteY26" fmla="*/ 1219200 h 1266031"/>
              <a:gd name="connsiteX27" fmla="*/ 0 w 1647679"/>
              <a:gd name="connsiteY27" fmla="*/ 1181100 h 1266031"/>
              <a:gd name="connsiteX0" fmla="*/ 996950 w 1645764"/>
              <a:gd name="connsiteY0" fmla="*/ 0 h 1266031"/>
              <a:gd name="connsiteX1" fmla="*/ 1073150 w 1645764"/>
              <a:gd name="connsiteY1" fmla="*/ 107950 h 1266031"/>
              <a:gd name="connsiteX2" fmla="*/ 1132681 w 1645764"/>
              <a:gd name="connsiteY2" fmla="*/ 146050 h 1266031"/>
              <a:gd name="connsiteX3" fmla="*/ 1225550 w 1645764"/>
              <a:gd name="connsiteY3" fmla="*/ 184150 h 1266031"/>
              <a:gd name="connsiteX4" fmla="*/ 1418431 w 1645764"/>
              <a:gd name="connsiteY4" fmla="*/ 237331 h 1266031"/>
              <a:gd name="connsiteX5" fmla="*/ 1607343 w 1645764"/>
              <a:gd name="connsiteY5" fmla="*/ 374650 h 1266031"/>
              <a:gd name="connsiteX6" fmla="*/ 1644650 w 1645764"/>
              <a:gd name="connsiteY6" fmla="*/ 586581 h 1266031"/>
              <a:gd name="connsiteX7" fmla="*/ 1585913 w 1645764"/>
              <a:gd name="connsiteY7" fmla="*/ 691357 h 1266031"/>
              <a:gd name="connsiteX8" fmla="*/ 1468438 w 1645764"/>
              <a:gd name="connsiteY8" fmla="*/ 780256 h 1266031"/>
              <a:gd name="connsiteX9" fmla="*/ 1231900 w 1645764"/>
              <a:gd name="connsiteY9" fmla="*/ 787400 h 1266031"/>
              <a:gd name="connsiteX10" fmla="*/ 1118393 w 1645764"/>
              <a:gd name="connsiteY10" fmla="*/ 714375 h 1266031"/>
              <a:gd name="connsiteX11" fmla="*/ 1066800 w 1645764"/>
              <a:gd name="connsiteY11" fmla="*/ 571500 h 1266031"/>
              <a:gd name="connsiteX12" fmla="*/ 1021556 w 1645764"/>
              <a:gd name="connsiteY12" fmla="*/ 484187 h 1266031"/>
              <a:gd name="connsiteX13" fmla="*/ 939007 w 1645764"/>
              <a:gd name="connsiteY13" fmla="*/ 400050 h 1266031"/>
              <a:gd name="connsiteX14" fmla="*/ 864394 w 1645764"/>
              <a:gd name="connsiteY14" fmla="*/ 369094 h 1266031"/>
              <a:gd name="connsiteX15" fmla="*/ 758825 w 1645764"/>
              <a:gd name="connsiteY15" fmla="*/ 382587 h 1266031"/>
              <a:gd name="connsiteX16" fmla="*/ 677069 w 1645764"/>
              <a:gd name="connsiteY16" fmla="*/ 417512 h 1266031"/>
              <a:gd name="connsiteX17" fmla="*/ 599282 w 1645764"/>
              <a:gd name="connsiteY17" fmla="*/ 514350 h 1266031"/>
              <a:gd name="connsiteX18" fmla="*/ 558800 w 1645764"/>
              <a:gd name="connsiteY18" fmla="*/ 605631 h 1266031"/>
              <a:gd name="connsiteX19" fmla="*/ 567530 w 1645764"/>
              <a:gd name="connsiteY19" fmla="*/ 730250 h 1266031"/>
              <a:gd name="connsiteX20" fmla="*/ 618332 w 1645764"/>
              <a:gd name="connsiteY20" fmla="*/ 850107 h 1266031"/>
              <a:gd name="connsiteX21" fmla="*/ 660400 w 1645764"/>
              <a:gd name="connsiteY21" fmla="*/ 927100 h 1266031"/>
              <a:gd name="connsiteX22" fmla="*/ 628650 w 1645764"/>
              <a:gd name="connsiteY22" fmla="*/ 1123950 h 1266031"/>
              <a:gd name="connsiteX23" fmla="*/ 544513 w 1645764"/>
              <a:gd name="connsiteY23" fmla="*/ 1218406 h 1266031"/>
              <a:gd name="connsiteX24" fmla="*/ 364332 w 1645764"/>
              <a:gd name="connsiteY24" fmla="*/ 1266031 h 1266031"/>
              <a:gd name="connsiteX25" fmla="*/ 76200 w 1645764"/>
              <a:gd name="connsiteY25" fmla="*/ 1219200 h 1266031"/>
              <a:gd name="connsiteX26" fmla="*/ 0 w 1645764"/>
              <a:gd name="connsiteY26" fmla="*/ 1181100 h 1266031"/>
              <a:gd name="connsiteX0" fmla="*/ 996950 w 1653979"/>
              <a:gd name="connsiteY0" fmla="*/ 0 h 1266031"/>
              <a:gd name="connsiteX1" fmla="*/ 1073150 w 1653979"/>
              <a:gd name="connsiteY1" fmla="*/ 107950 h 1266031"/>
              <a:gd name="connsiteX2" fmla="*/ 1132681 w 1653979"/>
              <a:gd name="connsiteY2" fmla="*/ 146050 h 1266031"/>
              <a:gd name="connsiteX3" fmla="*/ 1225550 w 1653979"/>
              <a:gd name="connsiteY3" fmla="*/ 184150 h 1266031"/>
              <a:gd name="connsiteX4" fmla="*/ 1418431 w 1653979"/>
              <a:gd name="connsiteY4" fmla="*/ 237331 h 1266031"/>
              <a:gd name="connsiteX5" fmla="*/ 1607343 w 1653979"/>
              <a:gd name="connsiteY5" fmla="*/ 374650 h 1266031"/>
              <a:gd name="connsiteX6" fmla="*/ 1644650 w 1653979"/>
              <a:gd name="connsiteY6" fmla="*/ 586581 h 1266031"/>
              <a:gd name="connsiteX7" fmla="*/ 1468438 w 1653979"/>
              <a:gd name="connsiteY7" fmla="*/ 780256 h 1266031"/>
              <a:gd name="connsiteX8" fmla="*/ 1231900 w 1653979"/>
              <a:gd name="connsiteY8" fmla="*/ 787400 h 1266031"/>
              <a:gd name="connsiteX9" fmla="*/ 1118393 w 1653979"/>
              <a:gd name="connsiteY9" fmla="*/ 714375 h 1266031"/>
              <a:gd name="connsiteX10" fmla="*/ 1066800 w 1653979"/>
              <a:gd name="connsiteY10" fmla="*/ 571500 h 1266031"/>
              <a:gd name="connsiteX11" fmla="*/ 1021556 w 1653979"/>
              <a:gd name="connsiteY11" fmla="*/ 484187 h 1266031"/>
              <a:gd name="connsiteX12" fmla="*/ 939007 w 1653979"/>
              <a:gd name="connsiteY12" fmla="*/ 400050 h 1266031"/>
              <a:gd name="connsiteX13" fmla="*/ 864394 w 1653979"/>
              <a:gd name="connsiteY13" fmla="*/ 369094 h 1266031"/>
              <a:gd name="connsiteX14" fmla="*/ 758825 w 1653979"/>
              <a:gd name="connsiteY14" fmla="*/ 382587 h 1266031"/>
              <a:gd name="connsiteX15" fmla="*/ 677069 w 1653979"/>
              <a:gd name="connsiteY15" fmla="*/ 417512 h 1266031"/>
              <a:gd name="connsiteX16" fmla="*/ 599282 w 1653979"/>
              <a:gd name="connsiteY16" fmla="*/ 514350 h 1266031"/>
              <a:gd name="connsiteX17" fmla="*/ 558800 w 1653979"/>
              <a:gd name="connsiteY17" fmla="*/ 605631 h 1266031"/>
              <a:gd name="connsiteX18" fmla="*/ 567530 w 1653979"/>
              <a:gd name="connsiteY18" fmla="*/ 730250 h 1266031"/>
              <a:gd name="connsiteX19" fmla="*/ 618332 w 1653979"/>
              <a:gd name="connsiteY19" fmla="*/ 850107 h 1266031"/>
              <a:gd name="connsiteX20" fmla="*/ 660400 w 1653979"/>
              <a:gd name="connsiteY20" fmla="*/ 927100 h 1266031"/>
              <a:gd name="connsiteX21" fmla="*/ 628650 w 1653979"/>
              <a:gd name="connsiteY21" fmla="*/ 1123950 h 1266031"/>
              <a:gd name="connsiteX22" fmla="*/ 544513 w 1653979"/>
              <a:gd name="connsiteY22" fmla="*/ 1218406 h 1266031"/>
              <a:gd name="connsiteX23" fmla="*/ 364332 w 1653979"/>
              <a:gd name="connsiteY23" fmla="*/ 1266031 h 1266031"/>
              <a:gd name="connsiteX24" fmla="*/ 76200 w 1653979"/>
              <a:gd name="connsiteY24" fmla="*/ 1219200 h 1266031"/>
              <a:gd name="connsiteX25" fmla="*/ 0 w 1653979"/>
              <a:gd name="connsiteY25" fmla="*/ 1181100 h 1266031"/>
              <a:gd name="connsiteX0" fmla="*/ 996950 w 1653979"/>
              <a:gd name="connsiteY0" fmla="*/ 0 h 1266031"/>
              <a:gd name="connsiteX1" fmla="*/ 1073150 w 1653979"/>
              <a:gd name="connsiteY1" fmla="*/ 107950 h 1266031"/>
              <a:gd name="connsiteX2" fmla="*/ 1132681 w 1653979"/>
              <a:gd name="connsiteY2" fmla="*/ 146050 h 1266031"/>
              <a:gd name="connsiteX3" fmla="*/ 1225550 w 1653979"/>
              <a:gd name="connsiteY3" fmla="*/ 184150 h 1266031"/>
              <a:gd name="connsiteX4" fmla="*/ 1418431 w 1653979"/>
              <a:gd name="connsiteY4" fmla="*/ 237331 h 1266031"/>
              <a:gd name="connsiteX5" fmla="*/ 1607343 w 1653979"/>
              <a:gd name="connsiteY5" fmla="*/ 374650 h 1266031"/>
              <a:gd name="connsiteX6" fmla="*/ 1644650 w 1653979"/>
              <a:gd name="connsiteY6" fmla="*/ 586581 h 1266031"/>
              <a:gd name="connsiteX7" fmla="*/ 1468438 w 1653979"/>
              <a:gd name="connsiteY7" fmla="*/ 780256 h 1266031"/>
              <a:gd name="connsiteX8" fmla="*/ 1231900 w 1653979"/>
              <a:gd name="connsiteY8" fmla="*/ 787400 h 1266031"/>
              <a:gd name="connsiteX9" fmla="*/ 1066800 w 1653979"/>
              <a:gd name="connsiteY9" fmla="*/ 571500 h 1266031"/>
              <a:gd name="connsiteX10" fmla="*/ 1021556 w 1653979"/>
              <a:gd name="connsiteY10" fmla="*/ 484187 h 1266031"/>
              <a:gd name="connsiteX11" fmla="*/ 939007 w 1653979"/>
              <a:gd name="connsiteY11" fmla="*/ 400050 h 1266031"/>
              <a:gd name="connsiteX12" fmla="*/ 864394 w 1653979"/>
              <a:gd name="connsiteY12" fmla="*/ 369094 h 1266031"/>
              <a:gd name="connsiteX13" fmla="*/ 758825 w 1653979"/>
              <a:gd name="connsiteY13" fmla="*/ 382587 h 1266031"/>
              <a:gd name="connsiteX14" fmla="*/ 677069 w 1653979"/>
              <a:gd name="connsiteY14" fmla="*/ 417512 h 1266031"/>
              <a:gd name="connsiteX15" fmla="*/ 599282 w 1653979"/>
              <a:gd name="connsiteY15" fmla="*/ 514350 h 1266031"/>
              <a:gd name="connsiteX16" fmla="*/ 558800 w 1653979"/>
              <a:gd name="connsiteY16" fmla="*/ 605631 h 1266031"/>
              <a:gd name="connsiteX17" fmla="*/ 567530 w 1653979"/>
              <a:gd name="connsiteY17" fmla="*/ 730250 h 1266031"/>
              <a:gd name="connsiteX18" fmla="*/ 618332 w 1653979"/>
              <a:gd name="connsiteY18" fmla="*/ 850107 h 1266031"/>
              <a:gd name="connsiteX19" fmla="*/ 660400 w 1653979"/>
              <a:gd name="connsiteY19" fmla="*/ 927100 h 1266031"/>
              <a:gd name="connsiteX20" fmla="*/ 628650 w 1653979"/>
              <a:gd name="connsiteY20" fmla="*/ 1123950 h 1266031"/>
              <a:gd name="connsiteX21" fmla="*/ 544513 w 1653979"/>
              <a:gd name="connsiteY21" fmla="*/ 1218406 h 1266031"/>
              <a:gd name="connsiteX22" fmla="*/ 364332 w 1653979"/>
              <a:gd name="connsiteY22" fmla="*/ 1266031 h 1266031"/>
              <a:gd name="connsiteX23" fmla="*/ 76200 w 1653979"/>
              <a:gd name="connsiteY23" fmla="*/ 1219200 h 1266031"/>
              <a:gd name="connsiteX24" fmla="*/ 0 w 1653979"/>
              <a:gd name="connsiteY24" fmla="*/ 1181100 h 1266031"/>
              <a:gd name="connsiteX0" fmla="*/ 996950 w 1653979"/>
              <a:gd name="connsiteY0" fmla="*/ 0 h 1266031"/>
              <a:gd name="connsiteX1" fmla="*/ 1073150 w 1653979"/>
              <a:gd name="connsiteY1" fmla="*/ 107950 h 1266031"/>
              <a:gd name="connsiteX2" fmla="*/ 1132681 w 1653979"/>
              <a:gd name="connsiteY2" fmla="*/ 146050 h 1266031"/>
              <a:gd name="connsiteX3" fmla="*/ 1225550 w 1653979"/>
              <a:gd name="connsiteY3" fmla="*/ 184150 h 1266031"/>
              <a:gd name="connsiteX4" fmla="*/ 1418431 w 1653979"/>
              <a:gd name="connsiteY4" fmla="*/ 237331 h 1266031"/>
              <a:gd name="connsiteX5" fmla="*/ 1607343 w 1653979"/>
              <a:gd name="connsiteY5" fmla="*/ 374650 h 1266031"/>
              <a:gd name="connsiteX6" fmla="*/ 1644650 w 1653979"/>
              <a:gd name="connsiteY6" fmla="*/ 586581 h 1266031"/>
              <a:gd name="connsiteX7" fmla="*/ 1468438 w 1653979"/>
              <a:gd name="connsiteY7" fmla="*/ 780256 h 1266031"/>
              <a:gd name="connsiteX8" fmla="*/ 1231900 w 1653979"/>
              <a:gd name="connsiteY8" fmla="*/ 787400 h 1266031"/>
              <a:gd name="connsiteX9" fmla="*/ 1066800 w 1653979"/>
              <a:gd name="connsiteY9" fmla="*/ 571500 h 1266031"/>
              <a:gd name="connsiteX10" fmla="*/ 939007 w 1653979"/>
              <a:gd name="connsiteY10" fmla="*/ 400050 h 1266031"/>
              <a:gd name="connsiteX11" fmla="*/ 864394 w 1653979"/>
              <a:gd name="connsiteY11" fmla="*/ 369094 h 1266031"/>
              <a:gd name="connsiteX12" fmla="*/ 758825 w 1653979"/>
              <a:gd name="connsiteY12" fmla="*/ 382587 h 1266031"/>
              <a:gd name="connsiteX13" fmla="*/ 677069 w 1653979"/>
              <a:gd name="connsiteY13" fmla="*/ 417512 h 1266031"/>
              <a:gd name="connsiteX14" fmla="*/ 599282 w 1653979"/>
              <a:gd name="connsiteY14" fmla="*/ 514350 h 1266031"/>
              <a:gd name="connsiteX15" fmla="*/ 558800 w 1653979"/>
              <a:gd name="connsiteY15" fmla="*/ 605631 h 1266031"/>
              <a:gd name="connsiteX16" fmla="*/ 567530 w 1653979"/>
              <a:gd name="connsiteY16" fmla="*/ 730250 h 1266031"/>
              <a:gd name="connsiteX17" fmla="*/ 618332 w 1653979"/>
              <a:gd name="connsiteY17" fmla="*/ 850107 h 1266031"/>
              <a:gd name="connsiteX18" fmla="*/ 660400 w 1653979"/>
              <a:gd name="connsiteY18" fmla="*/ 927100 h 1266031"/>
              <a:gd name="connsiteX19" fmla="*/ 628650 w 1653979"/>
              <a:gd name="connsiteY19" fmla="*/ 1123950 h 1266031"/>
              <a:gd name="connsiteX20" fmla="*/ 544513 w 1653979"/>
              <a:gd name="connsiteY20" fmla="*/ 1218406 h 1266031"/>
              <a:gd name="connsiteX21" fmla="*/ 364332 w 1653979"/>
              <a:gd name="connsiteY21" fmla="*/ 1266031 h 1266031"/>
              <a:gd name="connsiteX22" fmla="*/ 76200 w 1653979"/>
              <a:gd name="connsiteY22" fmla="*/ 1219200 h 1266031"/>
              <a:gd name="connsiteX23" fmla="*/ 0 w 1653979"/>
              <a:gd name="connsiteY23" fmla="*/ 1181100 h 1266031"/>
              <a:gd name="connsiteX0" fmla="*/ 996950 w 1653979"/>
              <a:gd name="connsiteY0" fmla="*/ 0 h 1266031"/>
              <a:gd name="connsiteX1" fmla="*/ 1073150 w 1653979"/>
              <a:gd name="connsiteY1" fmla="*/ 107950 h 1266031"/>
              <a:gd name="connsiteX2" fmla="*/ 1132681 w 1653979"/>
              <a:gd name="connsiteY2" fmla="*/ 146050 h 1266031"/>
              <a:gd name="connsiteX3" fmla="*/ 1225550 w 1653979"/>
              <a:gd name="connsiteY3" fmla="*/ 184150 h 1266031"/>
              <a:gd name="connsiteX4" fmla="*/ 1418431 w 1653979"/>
              <a:gd name="connsiteY4" fmla="*/ 237331 h 1266031"/>
              <a:gd name="connsiteX5" fmla="*/ 1607343 w 1653979"/>
              <a:gd name="connsiteY5" fmla="*/ 374650 h 1266031"/>
              <a:gd name="connsiteX6" fmla="*/ 1644650 w 1653979"/>
              <a:gd name="connsiteY6" fmla="*/ 586581 h 1266031"/>
              <a:gd name="connsiteX7" fmla="*/ 1468438 w 1653979"/>
              <a:gd name="connsiteY7" fmla="*/ 780256 h 1266031"/>
              <a:gd name="connsiteX8" fmla="*/ 1231900 w 1653979"/>
              <a:gd name="connsiteY8" fmla="*/ 787400 h 1266031"/>
              <a:gd name="connsiteX9" fmla="*/ 1066800 w 1653979"/>
              <a:gd name="connsiteY9" fmla="*/ 571500 h 1266031"/>
              <a:gd name="connsiteX10" fmla="*/ 939007 w 1653979"/>
              <a:gd name="connsiteY10" fmla="*/ 400050 h 1266031"/>
              <a:gd name="connsiteX11" fmla="*/ 758825 w 1653979"/>
              <a:gd name="connsiteY11" fmla="*/ 382587 h 1266031"/>
              <a:gd name="connsiteX12" fmla="*/ 677069 w 1653979"/>
              <a:gd name="connsiteY12" fmla="*/ 417512 h 1266031"/>
              <a:gd name="connsiteX13" fmla="*/ 599282 w 1653979"/>
              <a:gd name="connsiteY13" fmla="*/ 514350 h 1266031"/>
              <a:gd name="connsiteX14" fmla="*/ 558800 w 1653979"/>
              <a:gd name="connsiteY14" fmla="*/ 605631 h 1266031"/>
              <a:gd name="connsiteX15" fmla="*/ 567530 w 1653979"/>
              <a:gd name="connsiteY15" fmla="*/ 730250 h 1266031"/>
              <a:gd name="connsiteX16" fmla="*/ 618332 w 1653979"/>
              <a:gd name="connsiteY16" fmla="*/ 850107 h 1266031"/>
              <a:gd name="connsiteX17" fmla="*/ 660400 w 1653979"/>
              <a:gd name="connsiteY17" fmla="*/ 927100 h 1266031"/>
              <a:gd name="connsiteX18" fmla="*/ 628650 w 1653979"/>
              <a:gd name="connsiteY18" fmla="*/ 1123950 h 1266031"/>
              <a:gd name="connsiteX19" fmla="*/ 544513 w 1653979"/>
              <a:gd name="connsiteY19" fmla="*/ 1218406 h 1266031"/>
              <a:gd name="connsiteX20" fmla="*/ 364332 w 1653979"/>
              <a:gd name="connsiteY20" fmla="*/ 1266031 h 1266031"/>
              <a:gd name="connsiteX21" fmla="*/ 76200 w 1653979"/>
              <a:gd name="connsiteY21" fmla="*/ 1219200 h 1266031"/>
              <a:gd name="connsiteX22" fmla="*/ 0 w 1653979"/>
              <a:gd name="connsiteY22" fmla="*/ 1181100 h 1266031"/>
              <a:gd name="connsiteX0" fmla="*/ 996950 w 1653979"/>
              <a:gd name="connsiteY0" fmla="*/ 0 h 1266031"/>
              <a:gd name="connsiteX1" fmla="*/ 1073150 w 1653979"/>
              <a:gd name="connsiteY1" fmla="*/ 107950 h 1266031"/>
              <a:gd name="connsiteX2" fmla="*/ 1132681 w 1653979"/>
              <a:gd name="connsiteY2" fmla="*/ 146050 h 1266031"/>
              <a:gd name="connsiteX3" fmla="*/ 1225550 w 1653979"/>
              <a:gd name="connsiteY3" fmla="*/ 184150 h 1266031"/>
              <a:gd name="connsiteX4" fmla="*/ 1418431 w 1653979"/>
              <a:gd name="connsiteY4" fmla="*/ 237331 h 1266031"/>
              <a:gd name="connsiteX5" fmla="*/ 1607343 w 1653979"/>
              <a:gd name="connsiteY5" fmla="*/ 374650 h 1266031"/>
              <a:gd name="connsiteX6" fmla="*/ 1644650 w 1653979"/>
              <a:gd name="connsiteY6" fmla="*/ 586581 h 1266031"/>
              <a:gd name="connsiteX7" fmla="*/ 1468438 w 1653979"/>
              <a:gd name="connsiteY7" fmla="*/ 780256 h 1266031"/>
              <a:gd name="connsiteX8" fmla="*/ 1231900 w 1653979"/>
              <a:gd name="connsiteY8" fmla="*/ 787400 h 1266031"/>
              <a:gd name="connsiteX9" fmla="*/ 1097756 w 1653979"/>
              <a:gd name="connsiteY9" fmla="*/ 571500 h 1266031"/>
              <a:gd name="connsiteX10" fmla="*/ 939007 w 1653979"/>
              <a:gd name="connsiteY10" fmla="*/ 400050 h 1266031"/>
              <a:gd name="connsiteX11" fmla="*/ 758825 w 1653979"/>
              <a:gd name="connsiteY11" fmla="*/ 382587 h 1266031"/>
              <a:gd name="connsiteX12" fmla="*/ 677069 w 1653979"/>
              <a:gd name="connsiteY12" fmla="*/ 417512 h 1266031"/>
              <a:gd name="connsiteX13" fmla="*/ 599282 w 1653979"/>
              <a:gd name="connsiteY13" fmla="*/ 514350 h 1266031"/>
              <a:gd name="connsiteX14" fmla="*/ 558800 w 1653979"/>
              <a:gd name="connsiteY14" fmla="*/ 605631 h 1266031"/>
              <a:gd name="connsiteX15" fmla="*/ 567530 w 1653979"/>
              <a:gd name="connsiteY15" fmla="*/ 730250 h 1266031"/>
              <a:gd name="connsiteX16" fmla="*/ 618332 w 1653979"/>
              <a:gd name="connsiteY16" fmla="*/ 850107 h 1266031"/>
              <a:gd name="connsiteX17" fmla="*/ 660400 w 1653979"/>
              <a:gd name="connsiteY17" fmla="*/ 927100 h 1266031"/>
              <a:gd name="connsiteX18" fmla="*/ 628650 w 1653979"/>
              <a:gd name="connsiteY18" fmla="*/ 1123950 h 1266031"/>
              <a:gd name="connsiteX19" fmla="*/ 544513 w 1653979"/>
              <a:gd name="connsiteY19" fmla="*/ 1218406 h 1266031"/>
              <a:gd name="connsiteX20" fmla="*/ 364332 w 1653979"/>
              <a:gd name="connsiteY20" fmla="*/ 1266031 h 1266031"/>
              <a:gd name="connsiteX21" fmla="*/ 76200 w 1653979"/>
              <a:gd name="connsiteY21" fmla="*/ 1219200 h 1266031"/>
              <a:gd name="connsiteX22" fmla="*/ 0 w 1653979"/>
              <a:gd name="connsiteY22" fmla="*/ 1181100 h 1266031"/>
              <a:gd name="connsiteX0" fmla="*/ 996950 w 1653979"/>
              <a:gd name="connsiteY0" fmla="*/ 0 h 1266031"/>
              <a:gd name="connsiteX1" fmla="*/ 1073150 w 1653979"/>
              <a:gd name="connsiteY1" fmla="*/ 107950 h 1266031"/>
              <a:gd name="connsiteX2" fmla="*/ 1132681 w 1653979"/>
              <a:gd name="connsiteY2" fmla="*/ 146050 h 1266031"/>
              <a:gd name="connsiteX3" fmla="*/ 1225550 w 1653979"/>
              <a:gd name="connsiteY3" fmla="*/ 184150 h 1266031"/>
              <a:gd name="connsiteX4" fmla="*/ 1418431 w 1653979"/>
              <a:gd name="connsiteY4" fmla="*/ 237331 h 1266031"/>
              <a:gd name="connsiteX5" fmla="*/ 1607343 w 1653979"/>
              <a:gd name="connsiteY5" fmla="*/ 374650 h 1266031"/>
              <a:gd name="connsiteX6" fmla="*/ 1644650 w 1653979"/>
              <a:gd name="connsiteY6" fmla="*/ 586581 h 1266031"/>
              <a:gd name="connsiteX7" fmla="*/ 1468438 w 1653979"/>
              <a:gd name="connsiteY7" fmla="*/ 780256 h 1266031"/>
              <a:gd name="connsiteX8" fmla="*/ 1239044 w 1653979"/>
              <a:gd name="connsiteY8" fmla="*/ 782638 h 1266031"/>
              <a:gd name="connsiteX9" fmla="*/ 1097756 w 1653979"/>
              <a:gd name="connsiteY9" fmla="*/ 571500 h 1266031"/>
              <a:gd name="connsiteX10" fmla="*/ 939007 w 1653979"/>
              <a:gd name="connsiteY10" fmla="*/ 400050 h 1266031"/>
              <a:gd name="connsiteX11" fmla="*/ 758825 w 1653979"/>
              <a:gd name="connsiteY11" fmla="*/ 382587 h 1266031"/>
              <a:gd name="connsiteX12" fmla="*/ 677069 w 1653979"/>
              <a:gd name="connsiteY12" fmla="*/ 417512 h 1266031"/>
              <a:gd name="connsiteX13" fmla="*/ 599282 w 1653979"/>
              <a:gd name="connsiteY13" fmla="*/ 514350 h 1266031"/>
              <a:gd name="connsiteX14" fmla="*/ 558800 w 1653979"/>
              <a:gd name="connsiteY14" fmla="*/ 605631 h 1266031"/>
              <a:gd name="connsiteX15" fmla="*/ 567530 w 1653979"/>
              <a:gd name="connsiteY15" fmla="*/ 730250 h 1266031"/>
              <a:gd name="connsiteX16" fmla="*/ 618332 w 1653979"/>
              <a:gd name="connsiteY16" fmla="*/ 850107 h 1266031"/>
              <a:gd name="connsiteX17" fmla="*/ 660400 w 1653979"/>
              <a:gd name="connsiteY17" fmla="*/ 927100 h 1266031"/>
              <a:gd name="connsiteX18" fmla="*/ 628650 w 1653979"/>
              <a:gd name="connsiteY18" fmla="*/ 1123950 h 1266031"/>
              <a:gd name="connsiteX19" fmla="*/ 544513 w 1653979"/>
              <a:gd name="connsiteY19" fmla="*/ 1218406 h 1266031"/>
              <a:gd name="connsiteX20" fmla="*/ 364332 w 1653979"/>
              <a:gd name="connsiteY20" fmla="*/ 1266031 h 1266031"/>
              <a:gd name="connsiteX21" fmla="*/ 76200 w 1653979"/>
              <a:gd name="connsiteY21" fmla="*/ 1219200 h 1266031"/>
              <a:gd name="connsiteX22" fmla="*/ 0 w 1653979"/>
              <a:gd name="connsiteY22" fmla="*/ 1181100 h 1266031"/>
              <a:gd name="connsiteX0" fmla="*/ 996950 w 1653979"/>
              <a:gd name="connsiteY0" fmla="*/ 0 h 1266031"/>
              <a:gd name="connsiteX1" fmla="*/ 1073150 w 1653979"/>
              <a:gd name="connsiteY1" fmla="*/ 107950 h 1266031"/>
              <a:gd name="connsiteX2" fmla="*/ 1132681 w 1653979"/>
              <a:gd name="connsiteY2" fmla="*/ 146050 h 1266031"/>
              <a:gd name="connsiteX3" fmla="*/ 1225550 w 1653979"/>
              <a:gd name="connsiteY3" fmla="*/ 184150 h 1266031"/>
              <a:gd name="connsiteX4" fmla="*/ 1418431 w 1653979"/>
              <a:gd name="connsiteY4" fmla="*/ 237331 h 1266031"/>
              <a:gd name="connsiteX5" fmla="*/ 1607343 w 1653979"/>
              <a:gd name="connsiteY5" fmla="*/ 374650 h 1266031"/>
              <a:gd name="connsiteX6" fmla="*/ 1644650 w 1653979"/>
              <a:gd name="connsiteY6" fmla="*/ 586581 h 1266031"/>
              <a:gd name="connsiteX7" fmla="*/ 1468438 w 1653979"/>
              <a:gd name="connsiteY7" fmla="*/ 780256 h 1266031"/>
              <a:gd name="connsiteX8" fmla="*/ 1239044 w 1653979"/>
              <a:gd name="connsiteY8" fmla="*/ 782638 h 1266031"/>
              <a:gd name="connsiteX9" fmla="*/ 1097756 w 1653979"/>
              <a:gd name="connsiteY9" fmla="*/ 571500 h 1266031"/>
              <a:gd name="connsiteX10" fmla="*/ 939007 w 1653979"/>
              <a:gd name="connsiteY10" fmla="*/ 400050 h 1266031"/>
              <a:gd name="connsiteX11" fmla="*/ 677069 w 1653979"/>
              <a:gd name="connsiteY11" fmla="*/ 417512 h 1266031"/>
              <a:gd name="connsiteX12" fmla="*/ 599282 w 1653979"/>
              <a:gd name="connsiteY12" fmla="*/ 514350 h 1266031"/>
              <a:gd name="connsiteX13" fmla="*/ 558800 w 1653979"/>
              <a:gd name="connsiteY13" fmla="*/ 605631 h 1266031"/>
              <a:gd name="connsiteX14" fmla="*/ 567530 w 1653979"/>
              <a:gd name="connsiteY14" fmla="*/ 730250 h 1266031"/>
              <a:gd name="connsiteX15" fmla="*/ 618332 w 1653979"/>
              <a:gd name="connsiteY15" fmla="*/ 850107 h 1266031"/>
              <a:gd name="connsiteX16" fmla="*/ 660400 w 1653979"/>
              <a:gd name="connsiteY16" fmla="*/ 927100 h 1266031"/>
              <a:gd name="connsiteX17" fmla="*/ 628650 w 1653979"/>
              <a:gd name="connsiteY17" fmla="*/ 1123950 h 1266031"/>
              <a:gd name="connsiteX18" fmla="*/ 544513 w 1653979"/>
              <a:gd name="connsiteY18" fmla="*/ 1218406 h 1266031"/>
              <a:gd name="connsiteX19" fmla="*/ 364332 w 1653979"/>
              <a:gd name="connsiteY19" fmla="*/ 1266031 h 1266031"/>
              <a:gd name="connsiteX20" fmla="*/ 76200 w 1653979"/>
              <a:gd name="connsiteY20" fmla="*/ 1219200 h 1266031"/>
              <a:gd name="connsiteX21" fmla="*/ 0 w 1653979"/>
              <a:gd name="connsiteY21" fmla="*/ 1181100 h 1266031"/>
              <a:gd name="connsiteX0" fmla="*/ 996950 w 1653979"/>
              <a:gd name="connsiteY0" fmla="*/ 0 h 1266031"/>
              <a:gd name="connsiteX1" fmla="*/ 1073150 w 1653979"/>
              <a:gd name="connsiteY1" fmla="*/ 107950 h 1266031"/>
              <a:gd name="connsiteX2" fmla="*/ 1132681 w 1653979"/>
              <a:gd name="connsiteY2" fmla="*/ 146050 h 1266031"/>
              <a:gd name="connsiteX3" fmla="*/ 1225550 w 1653979"/>
              <a:gd name="connsiteY3" fmla="*/ 184150 h 1266031"/>
              <a:gd name="connsiteX4" fmla="*/ 1418431 w 1653979"/>
              <a:gd name="connsiteY4" fmla="*/ 237331 h 1266031"/>
              <a:gd name="connsiteX5" fmla="*/ 1607343 w 1653979"/>
              <a:gd name="connsiteY5" fmla="*/ 374650 h 1266031"/>
              <a:gd name="connsiteX6" fmla="*/ 1644650 w 1653979"/>
              <a:gd name="connsiteY6" fmla="*/ 586581 h 1266031"/>
              <a:gd name="connsiteX7" fmla="*/ 1468438 w 1653979"/>
              <a:gd name="connsiteY7" fmla="*/ 780256 h 1266031"/>
              <a:gd name="connsiteX8" fmla="*/ 1239044 w 1653979"/>
              <a:gd name="connsiteY8" fmla="*/ 782638 h 1266031"/>
              <a:gd name="connsiteX9" fmla="*/ 1097756 w 1653979"/>
              <a:gd name="connsiteY9" fmla="*/ 571500 h 1266031"/>
              <a:gd name="connsiteX10" fmla="*/ 939007 w 1653979"/>
              <a:gd name="connsiteY10" fmla="*/ 400050 h 1266031"/>
              <a:gd name="connsiteX11" fmla="*/ 677069 w 1653979"/>
              <a:gd name="connsiteY11" fmla="*/ 417512 h 1266031"/>
              <a:gd name="connsiteX12" fmla="*/ 580232 w 1653979"/>
              <a:gd name="connsiteY12" fmla="*/ 521494 h 1266031"/>
              <a:gd name="connsiteX13" fmla="*/ 558800 w 1653979"/>
              <a:gd name="connsiteY13" fmla="*/ 605631 h 1266031"/>
              <a:gd name="connsiteX14" fmla="*/ 567530 w 1653979"/>
              <a:gd name="connsiteY14" fmla="*/ 730250 h 1266031"/>
              <a:gd name="connsiteX15" fmla="*/ 618332 w 1653979"/>
              <a:gd name="connsiteY15" fmla="*/ 850107 h 1266031"/>
              <a:gd name="connsiteX16" fmla="*/ 660400 w 1653979"/>
              <a:gd name="connsiteY16" fmla="*/ 927100 h 1266031"/>
              <a:gd name="connsiteX17" fmla="*/ 628650 w 1653979"/>
              <a:gd name="connsiteY17" fmla="*/ 1123950 h 1266031"/>
              <a:gd name="connsiteX18" fmla="*/ 544513 w 1653979"/>
              <a:gd name="connsiteY18" fmla="*/ 1218406 h 1266031"/>
              <a:gd name="connsiteX19" fmla="*/ 364332 w 1653979"/>
              <a:gd name="connsiteY19" fmla="*/ 1266031 h 1266031"/>
              <a:gd name="connsiteX20" fmla="*/ 76200 w 1653979"/>
              <a:gd name="connsiteY20" fmla="*/ 1219200 h 1266031"/>
              <a:gd name="connsiteX21" fmla="*/ 0 w 1653979"/>
              <a:gd name="connsiteY21" fmla="*/ 1181100 h 1266031"/>
              <a:gd name="connsiteX0" fmla="*/ 996950 w 1653979"/>
              <a:gd name="connsiteY0" fmla="*/ 0 h 1266031"/>
              <a:gd name="connsiteX1" fmla="*/ 1073150 w 1653979"/>
              <a:gd name="connsiteY1" fmla="*/ 107950 h 1266031"/>
              <a:gd name="connsiteX2" fmla="*/ 1132681 w 1653979"/>
              <a:gd name="connsiteY2" fmla="*/ 146050 h 1266031"/>
              <a:gd name="connsiteX3" fmla="*/ 1225550 w 1653979"/>
              <a:gd name="connsiteY3" fmla="*/ 184150 h 1266031"/>
              <a:gd name="connsiteX4" fmla="*/ 1418431 w 1653979"/>
              <a:gd name="connsiteY4" fmla="*/ 237331 h 1266031"/>
              <a:gd name="connsiteX5" fmla="*/ 1607343 w 1653979"/>
              <a:gd name="connsiteY5" fmla="*/ 374650 h 1266031"/>
              <a:gd name="connsiteX6" fmla="*/ 1644650 w 1653979"/>
              <a:gd name="connsiteY6" fmla="*/ 586581 h 1266031"/>
              <a:gd name="connsiteX7" fmla="*/ 1468438 w 1653979"/>
              <a:gd name="connsiteY7" fmla="*/ 780256 h 1266031"/>
              <a:gd name="connsiteX8" fmla="*/ 1239044 w 1653979"/>
              <a:gd name="connsiteY8" fmla="*/ 782638 h 1266031"/>
              <a:gd name="connsiteX9" fmla="*/ 1097756 w 1653979"/>
              <a:gd name="connsiteY9" fmla="*/ 571500 h 1266031"/>
              <a:gd name="connsiteX10" fmla="*/ 939007 w 1653979"/>
              <a:gd name="connsiteY10" fmla="*/ 400050 h 1266031"/>
              <a:gd name="connsiteX11" fmla="*/ 677069 w 1653979"/>
              <a:gd name="connsiteY11" fmla="*/ 417512 h 1266031"/>
              <a:gd name="connsiteX12" fmla="*/ 580232 w 1653979"/>
              <a:gd name="connsiteY12" fmla="*/ 521494 h 1266031"/>
              <a:gd name="connsiteX13" fmla="*/ 567530 w 1653979"/>
              <a:gd name="connsiteY13" fmla="*/ 730250 h 1266031"/>
              <a:gd name="connsiteX14" fmla="*/ 618332 w 1653979"/>
              <a:gd name="connsiteY14" fmla="*/ 850107 h 1266031"/>
              <a:gd name="connsiteX15" fmla="*/ 660400 w 1653979"/>
              <a:gd name="connsiteY15" fmla="*/ 927100 h 1266031"/>
              <a:gd name="connsiteX16" fmla="*/ 628650 w 1653979"/>
              <a:gd name="connsiteY16" fmla="*/ 1123950 h 1266031"/>
              <a:gd name="connsiteX17" fmla="*/ 544513 w 1653979"/>
              <a:gd name="connsiteY17" fmla="*/ 1218406 h 1266031"/>
              <a:gd name="connsiteX18" fmla="*/ 364332 w 1653979"/>
              <a:gd name="connsiteY18" fmla="*/ 1266031 h 1266031"/>
              <a:gd name="connsiteX19" fmla="*/ 76200 w 1653979"/>
              <a:gd name="connsiteY19" fmla="*/ 1219200 h 1266031"/>
              <a:gd name="connsiteX20" fmla="*/ 0 w 1653979"/>
              <a:gd name="connsiteY20" fmla="*/ 1181100 h 1266031"/>
              <a:gd name="connsiteX0" fmla="*/ 996950 w 1653979"/>
              <a:gd name="connsiteY0" fmla="*/ 0 h 1266031"/>
              <a:gd name="connsiteX1" fmla="*/ 1073150 w 1653979"/>
              <a:gd name="connsiteY1" fmla="*/ 107950 h 1266031"/>
              <a:gd name="connsiteX2" fmla="*/ 1132681 w 1653979"/>
              <a:gd name="connsiteY2" fmla="*/ 146050 h 1266031"/>
              <a:gd name="connsiteX3" fmla="*/ 1225550 w 1653979"/>
              <a:gd name="connsiteY3" fmla="*/ 184150 h 1266031"/>
              <a:gd name="connsiteX4" fmla="*/ 1418431 w 1653979"/>
              <a:gd name="connsiteY4" fmla="*/ 237331 h 1266031"/>
              <a:gd name="connsiteX5" fmla="*/ 1607343 w 1653979"/>
              <a:gd name="connsiteY5" fmla="*/ 374650 h 1266031"/>
              <a:gd name="connsiteX6" fmla="*/ 1644650 w 1653979"/>
              <a:gd name="connsiteY6" fmla="*/ 586581 h 1266031"/>
              <a:gd name="connsiteX7" fmla="*/ 1468438 w 1653979"/>
              <a:gd name="connsiteY7" fmla="*/ 780256 h 1266031"/>
              <a:gd name="connsiteX8" fmla="*/ 1239044 w 1653979"/>
              <a:gd name="connsiteY8" fmla="*/ 782638 h 1266031"/>
              <a:gd name="connsiteX9" fmla="*/ 1097756 w 1653979"/>
              <a:gd name="connsiteY9" fmla="*/ 571500 h 1266031"/>
              <a:gd name="connsiteX10" fmla="*/ 939007 w 1653979"/>
              <a:gd name="connsiteY10" fmla="*/ 400050 h 1266031"/>
              <a:gd name="connsiteX11" fmla="*/ 677069 w 1653979"/>
              <a:gd name="connsiteY11" fmla="*/ 417512 h 1266031"/>
              <a:gd name="connsiteX12" fmla="*/ 580232 w 1653979"/>
              <a:gd name="connsiteY12" fmla="*/ 521494 h 1266031"/>
              <a:gd name="connsiteX13" fmla="*/ 567530 w 1653979"/>
              <a:gd name="connsiteY13" fmla="*/ 730250 h 1266031"/>
              <a:gd name="connsiteX14" fmla="*/ 639764 w 1653979"/>
              <a:gd name="connsiteY14" fmla="*/ 852488 h 1266031"/>
              <a:gd name="connsiteX15" fmla="*/ 660400 w 1653979"/>
              <a:gd name="connsiteY15" fmla="*/ 927100 h 1266031"/>
              <a:gd name="connsiteX16" fmla="*/ 628650 w 1653979"/>
              <a:gd name="connsiteY16" fmla="*/ 1123950 h 1266031"/>
              <a:gd name="connsiteX17" fmla="*/ 544513 w 1653979"/>
              <a:gd name="connsiteY17" fmla="*/ 1218406 h 1266031"/>
              <a:gd name="connsiteX18" fmla="*/ 364332 w 1653979"/>
              <a:gd name="connsiteY18" fmla="*/ 1266031 h 1266031"/>
              <a:gd name="connsiteX19" fmla="*/ 76200 w 1653979"/>
              <a:gd name="connsiteY19" fmla="*/ 1219200 h 1266031"/>
              <a:gd name="connsiteX20" fmla="*/ 0 w 1653979"/>
              <a:gd name="connsiteY20" fmla="*/ 1181100 h 1266031"/>
              <a:gd name="connsiteX0" fmla="*/ 996950 w 1653979"/>
              <a:gd name="connsiteY0" fmla="*/ 0 h 1266031"/>
              <a:gd name="connsiteX1" fmla="*/ 1073150 w 1653979"/>
              <a:gd name="connsiteY1" fmla="*/ 107950 h 1266031"/>
              <a:gd name="connsiteX2" fmla="*/ 1132681 w 1653979"/>
              <a:gd name="connsiteY2" fmla="*/ 146050 h 1266031"/>
              <a:gd name="connsiteX3" fmla="*/ 1225550 w 1653979"/>
              <a:gd name="connsiteY3" fmla="*/ 184150 h 1266031"/>
              <a:gd name="connsiteX4" fmla="*/ 1418431 w 1653979"/>
              <a:gd name="connsiteY4" fmla="*/ 237331 h 1266031"/>
              <a:gd name="connsiteX5" fmla="*/ 1607343 w 1653979"/>
              <a:gd name="connsiteY5" fmla="*/ 374650 h 1266031"/>
              <a:gd name="connsiteX6" fmla="*/ 1644650 w 1653979"/>
              <a:gd name="connsiteY6" fmla="*/ 586581 h 1266031"/>
              <a:gd name="connsiteX7" fmla="*/ 1468438 w 1653979"/>
              <a:gd name="connsiteY7" fmla="*/ 780256 h 1266031"/>
              <a:gd name="connsiteX8" fmla="*/ 1239044 w 1653979"/>
              <a:gd name="connsiteY8" fmla="*/ 782638 h 1266031"/>
              <a:gd name="connsiteX9" fmla="*/ 1097756 w 1653979"/>
              <a:gd name="connsiteY9" fmla="*/ 571500 h 1266031"/>
              <a:gd name="connsiteX10" fmla="*/ 939007 w 1653979"/>
              <a:gd name="connsiteY10" fmla="*/ 400050 h 1266031"/>
              <a:gd name="connsiteX11" fmla="*/ 677069 w 1653979"/>
              <a:gd name="connsiteY11" fmla="*/ 417512 h 1266031"/>
              <a:gd name="connsiteX12" fmla="*/ 580232 w 1653979"/>
              <a:gd name="connsiteY12" fmla="*/ 521494 h 1266031"/>
              <a:gd name="connsiteX13" fmla="*/ 567530 w 1653979"/>
              <a:gd name="connsiteY13" fmla="*/ 730250 h 1266031"/>
              <a:gd name="connsiteX14" fmla="*/ 639764 w 1653979"/>
              <a:gd name="connsiteY14" fmla="*/ 852488 h 1266031"/>
              <a:gd name="connsiteX15" fmla="*/ 693738 w 1653979"/>
              <a:gd name="connsiteY15" fmla="*/ 936625 h 1266031"/>
              <a:gd name="connsiteX16" fmla="*/ 628650 w 1653979"/>
              <a:gd name="connsiteY16" fmla="*/ 1123950 h 1266031"/>
              <a:gd name="connsiteX17" fmla="*/ 544513 w 1653979"/>
              <a:gd name="connsiteY17" fmla="*/ 1218406 h 1266031"/>
              <a:gd name="connsiteX18" fmla="*/ 364332 w 1653979"/>
              <a:gd name="connsiteY18" fmla="*/ 1266031 h 1266031"/>
              <a:gd name="connsiteX19" fmla="*/ 76200 w 1653979"/>
              <a:gd name="connsiteY19" fmla="*/ 1219200 h 1266031"/>
              <a:gd name="connsiteX20" fmla="*/ 0 w 1653979"/>
              <a:gd name="connsiteY20" fmla="*/ 1181100 h 1266031"/>
              <a:gd name="connsiteX0" fmla="*/ 996950 w 1653979"/>
              <a:gd name="connsiteY0" fmla="*/ 0 h 1266031"/>
              <a:gd name="connsiteX1" fmla="*/ 1073150 w 1653979"/>
              <a:gd name="connsiteY1" fmla="*/ 107950 h 1266031"/>
              <a:gd name="connsiteX2" fmla="*/ 1132681 w 1653979"/>
              <a:gd name="connsiteY2" fmla="*/ 146050 h 1266031"/>
              <a:gd name="connsiteX3" fmla="*/ 1225550 w 1653979"/>
              <a:gd name="connsiteY3" fmla="*/ 184150 h 1266031"/>
              <a:gd name="connsiteX4" fmla="*/ 1418431 w 1653979"/>
              <a:gd name="connsiteY4" fmla="*/ 237331 h 1266031"/>
              <a:gd name="connsiteX5" fmla="*/ 1607343 w 1653979"/>
              <a:gd name="connsiteY5" fmla="*/ 374650 h 1266031"/>
              <a:gd name="connsiteX6" fmla="*/ 1644650 w 1653979"/>
              <a:gd name="connsiteY6" fmla="*/ 586581 h 1266031"/>
              <a:gd name="connsiteX7" fmla="*/ 1468438 w 1653979"/>
              <a:gd name="connsiteY7" fmla="*/ 780256 h 1266031"/>
              <a:gd name="connsiteX8" fmla="*/ 1239044 w 1653979"/>
              <a:gd name="connsiteY8" fmla="*/ 782638 h 1266031"/>
              <a:gd name="connsiteX9" fmla="*/ 1097756 w 1653979"/>
              <a:gd name="connsiteY9" fmla="*/ 571500 h 1266031"/>
              <a:gd name="connsiteX10" fmla="*/ 939007 w 1653979"/>
              <a:gd name="connsiteY10" fmla="*/ 400050 h 1266031"/>
              <a:gd name="connsiteX11" fmla="*/ 677069 w 1653979"/>
              <a:gd name="connsiteY11" fmla="*/ 417512 h 1266031"/>
              <a:gd name="connsiteX12" fmla="*/ 580232 w 1653979"/>
              <a:gd name="connsiteY12" fmla="*/ 521494 h 1266031"/>
              <a:gd name="connsiteX13" fmla="*/ 567530 w 1653979"/>
              <a:gd name="connsiteY13" fmla="*/ 730250 h 1266031"/>
              <a:gd name="connsiteX14" fmla="*/ 639764 w 1653979"/>
              <a:gd name="connsiteY14" fmla="*/ 852488 h 1266031"/>
              <a:gd name="connsiteX15" fmla="*/ 693738 w 1653979"/>
              <a:gd name="connsiteY15" fmla="*/ 936625 h 1266031"/>
              <a:gd name="connsiteX16" fmla="*/ 688181 w 1653979"/>
              <a:gd name="connsiteY16" fmla="*/ 1092994 h 1266031"/>
              <a:gd name="connsiteX17" fmla="*/ 544513 w 1653979"/>
              <a:gd name="connsiteY17" fmla="*/ 1218406 h 1266031"/>
              <a:gd name="connsiteX18" fmla="*/ 364332 w 1653979"/>
              <a:gd name="connsiteY18" fmla="*/ 1266031 h 1266031"/>
              <a:gd name="connsiteX19" fmla="*/ 76200 w 1653979"/>
              <a:gd name="connsiteY19" fmla="*/ 1219200 h 1266031"/>
              <a:gd name="connsiteX20" fmla="*/ 0 w 1653979"/>
              <a:gd name="connsiteY20" fmla="*/ 1181100 h 1266031"/>
              <a:gd name="connsiteX0" fmla="*/ 996950 w 1653979"/>
              <a:gd name="connsiteY0" fmla="*/ 0 h 1266031"/>
              <a:gd name="connsiteX1" fmla="*/ 1073150 w 1653979"/>
              <a:gd name="connsiteY1" fmla="*/ 107950 h 1266031"/>
              <a:gd name="connsiteX2" fmla="*/ 1132681 w 1653979"/>
              <a:gd name="connsiteY2" fmla="*/ 146050 h 1266031"/>
              <a:gd name="connsiteX3" fmla="*/ 1225550 w 1653979"/>
              <a:gd name="connsiteY3" fmla="*/ 184150 h 1266031"/>
              <a:gd name="connsiteX4" fmla="*/ 1418431 w 1653979"/>
              <a:gd name="connsiteY4" fmla="*/ 237331 h 1266031"/>
              <a:gd name="connsiteX5" fmla="*/ 1607343 w 1653979"/>
              <a:gd name="connsiteY5" fmla="*/ 374650 h 1266031"/>
              <a:gd name="connsiteX6" fmla="*/ 1644650 w 1653979"/>
              <a:gd name="connsiteY6" fmla="*/ 586581 h 1266031"/>
              <a:gd name="connsiteX7" fmla="*/ 1468438 w 1653979"/>
              <a:gd name="connsiteY7" fmla="*/ 780256 h 1266031"/>
              <a:gd name="connsiteX8" fmla="*/ 1239044 w 1653979"/>
              <a:gd name="connsiteY8" fmla="*/ 782638 h 1266031"/>
              <a:gd name="connsiteX9" fmla="*/ 1097756 w 1653979"/>
              <a:gd name="connsiteY9" fmla="*/ 571500 h 1266031"/>
              <a:gd name="connsiteX10" fmla="*/ 939007 w 1653979"/>
              <a:gd name="connsiteY10" fmla="*/ 400050 h 1266031"/>
              <a:gd name="connsiteX11" fmla="*/ 677069 w 1653979"/>
              <a:gd name="connsiteY11" fmla="*/ 417512 h 1266031"/>
              <a:gd name="connsiteX12" fmla="*/ 580232 w 1653979"/>
              <a:gd name="connsiteY12" fmla="*/ 521494 h 1266031"/>
              <a:gd name="connsiteX13" fmla="*/ 567530 w 1653979"/>
              <a:gd name="connsiteY13" fmla="*/ 730250 h 1266031"/>
              <a:gd name="connsiteX14" fmla="*/ 639764 w 1653979"/>
              <a:gd name="connsiteY14" fmla="*/ 852488 h 1266031"/>
              <a:gd name="connsiteX15" fmla="*/ 688181 w 1653979"/>
              <a:gd name="connsiteY15" fmla="*/ 1092994 h 1266031"/>
              <a:gd name="connsiteX16" fmla="*/ 544513 w 1653979"/>
              <a:gd name="connsiteY16" fmla="*/ 1218406 h 1266031"/>
              <a:gd name="connsiteX17" fmla="*/ 364332 w 1653979"/>
              <a:gd name="connsiteY17" fmla="*/ 1266031 h 1266031"/>
              <a:gd name="connsiteX18" fmla="*/ 76200 w 1653979"/>
              <a:gd name="connsiteY18" fmla="*/ 1219200 h 1266031"/>
              <a:gd name="connsiteX19" fmla="*/ 0 w 1653979"/>
              <a:gd name="connsiteY19" fmla="*/ 1181100 h 1266031"/>
              <a:gd name="connsiteX0" fmla="*/ 996950 w 1653979"/>
              <a:gd name="connsiteY0" fmla="*/ 0 h 1266031"/>
              <a:gd name="connsiteX1" fmla="*/ 1073150 w 1653979"/>
              <a:gd name="connsiteY1" fmla="*/ 107950 h 1266031"/>
              <a:gd name="connsiteX2" fmla="*/ 1132681 w 1653979"/>
              <a:gd name="connsiteY2" fmla="*/ 146050 h 1266031"/>
              <a:gd name="connsiteX3" fmla="*/ 1225550 w 1653979"/>
              <a:gd name="connsiteY3" fmla="*/ 184150 h 1266031"/>
              <a:gd name="connsiteX4" fmla="*/ 1418431 w 1653979"/>
              <a:gd name="connsiteY4" fmla="*/ 237331 h 1266031"/>
              <a:gd name="connsiteX5" fmla="*/ 1607343 w 1653979"/>
              <a:gd name="connsiteY5" fmla="*/ 374650 h 1266031"/>
              <a:gd name="connsiteX6" fmla="*/ 1644650 w 1653979"/>
              <a:gd name="connsiteY6" fmla="*/ 586581 h 1266031"/>
              <a:gd name="connsiteX7" fmla="*/ 1468438 w 1653979"/>
              <a:gd name="connsiteY7" fmla="*/ 780256 h 1266031"/>
              <a:gd name="connsiteX8" fmla="*/ 1239044 w 1653979"/>
              <a:gd name="connsiteY8" fmla="*/ 782638 h 1266031"/>
              <a:gd name="connsiteX9" fmla="*/ 1097756 w 1653979"/>
              <a:gd name="connsiteY9" fmla="*/ 571500 h 1266031"/>
              <a:gd name="connsiteX10" fmla="*/ 939007 w 1653979"/>
              <a:gd name="connsiteY10" fmla="*/ 400050 h 1266031"/>
              <a:gd name="connsiteX11" fmla="*/ 677069 w 1653979"/>
              <a:gd name="connsiteY11" fmla="*/ 417512 h 1266031"/>
              <a:gd name="connsiteX12" fmla="*/ 580232 w 1653979"/>
              <a:gd name="connsiteY12" fmla="*/ 521494 h 1266031"/>
              <a:gd name="connsiteX13" fmla="*/ 567530 w 1653979"/>
              <a:gd name="connsiteY13" fmla="*/ 730250 h 1266031"/>
              <a:gd name="connsiteX14" fmla="*/ 625476 w 1653979"/>
              <a:gd name="connsiteY14" fmla="*/ 857250 h 1266031"/>
              <a:gd name="connsiteX15" fmla="*/ 688181 w 1653979"/>
              <a:gd name="connsiteY15" fmla="*/ 1092994 h 1266031"/>
              <a:gd name="connsiteX16" fmla="*/ 544513 w 1653979"/>
              <a:gd name="connsiteY16" fmla="*/ 1218406 h 1266031"/>
              <a:gd name="connsiteX17" fmla="*/ 364332 w 1653979"/>
              <a:gd name="connsiteY17" fmla="*/ 1266031 h 1266031"/>
              <a:gd name="connsiteX18" fmla="*/ 76200 w 1653979"/>
              <a:gd name="connsiteY18" fmla="*/ 1219200 h 1266031"/>
              <a:gd name="connsiteX19" fmla="*/ 0 w 1653979"/>
              <a:gd name="connsiteY19" fmla="*/ 1181100 h 1266031"/>
              <a:gd name="connsiteX0" fmla="*/ 996950 w 1653979"/>
              <a:gd name="connsiteY0" fmla="*/ 0 h 1266031"/>
              <a:gd name="connsiteX1" fmla="*/ 1073150 w 1653979"/>
              <a:gd name="connsiteY1" fmla="*/ 107950 h 1266031"/>
              <a:gd name="connsiteX2" fmla="*/ 1132681 w 1653979"/>
              <a:gd name="connsiteY2" fmla="*/ 146050 h 1266031"/>
              <a:gd name="connsiteX3" fmla="*/ 1225550 w 1653979"/>
              <a:gd name="connsiteY3" fmla="*/ 184150 h 1266031"/>
              <a:gd name="connsiteX4" fmla="*/ 1418431 w 1653979"/>
              <a:gd name="connsiteY4" fmla="*/ 237331 h 1266031"/>
              <a:gd name="connsiteX5" fmla="*/ 1607343 w 1653979"/>
              <a:gd name="connsiteY5" fmla="*/ 374650 h 1266031"/>
              <a:gd name="connsiteX6" fmla="*/ 1644650 w 1653979"/>
              <a:gd name="connsiteY6" fmla="*/ 586581 h 1266031"/>
              <a:gd name="connsiteX7" fmla="*/ 1468438 w 1653979"/>
              <a:gd name="connsiteY7" fmla="*/ 780256 h 1266031"/>
              <a:gd name="connsiteX8" fmla="*/ 1239044 w 1653979"/>
              <a:gd name="connsiteY8" fmla="*/ 782638 h 1266031"/>
              <a:gd name="connsiteX9" fmla="*/ 1097756 w 1653979"/>
              <a:gd name="connsiteY9" fmla="*/ 571500 h 1266031"/>
              <a:gd name="connsiteX10" fmla="*/ 932657 w 1653979"/>
              <a:gd name="connsiteY10" fmla="*/ 431800 h 1266031"/>
              <a:gd name="connsiteX11" fmla="*/ 677069 w 1653979"/>
              <a:gd name="connsiteY11" fmla="*/ 417512 h 1266031"/>
              <a:gd name="connsiteX12" fmla="*/ 580232 w 1653979"/>
              <a:gd name="connsiteY12" fmla="*/ 521494 h 1266031"/>
              <a:gd name="connsiteX13" fmla="*/ 567530 w 1653979"/>
              <a:gd name="connsiteY13" fmla="*/ 730250 h 1266031"/>
              <a:gd name="connsiteX14" fmla="*/ 625476 w 1653979"/>
              <a:gd name="connsiteY14" fmla="*/ 857250 h 1266031"/>
              <a:gd name="connsiteX15" fmla="*/ 688181 w 1653979"/>
              <a:gd name="connsiteY15" fmla="*/ 1092994 h 1266031"/>
              <a:gd name="connsiteX16" fmla="*/ 544513 w 1653979"/>
              <a:gd name="connsiteY16" fmla="*/ 1218406 h 1266031"/>
              <a:gd name="connsiteX17" fmla="*/ 364332 w 1653979"/>
              <a:gd name="connsiteY17" fmla="*/ 1266031 h 1266031"/>
              <a:gd name="connsiteX18" fmla="*/ 76200 w 1653979"/>
              <a:gd name="connsiteY18" fmla="*/ 1219200 h 1266031"/>
              <a:gd name="connsiteX19" fmla="*/ 0 w 1653979"/>
              <a:gd name="connsiteY19" fmla="*/ 1181100 h 1266031"/>
              <a:gd name="connsiteX0" fmla="*/ 996950 w 1653979"/>
              <a:gd name="connsiteY0" fmla="*/ 0 h 1266031"/>
              <a:gd name="connsiteX1" fmla="*/ 1073150 w 1653979"/>
              <a:gd name="connsiteY1" fmla="*/ 107950 h 1266031"/>
              <a:gd name="connsiteX2" fmla="*/ 1132681 w 1653979"/>
              <a:gd name="connsiteY2" fmla="*/ 146050 h 1266031"/>
              <a:gd name="connsiteX3" fmla="*/ 1225550 w 1653979"/>
              <a:gd name="connsiteY3" fmla="*/ 184150 h 1266031"/>
              <a:gd name="connsiteX4" fmla="*/ 1418431 w 1653979"/>
              <a:gd name="connsiteY4" fmla="*/ 237331 h 1266031"/>
              <a:gd name="connsiteX5" fmla="*/ 1607343 w 1653979"/>
              <a:gd name="connsiteY5" fmla="*/ 374650 h 1266031"/>
              <a:gd name="connsiteX6" fmla="*/ 1644650 w 1653979"/>
              <a:gd name="connsiteY6" fmla="*/ 586581 h 1266031"/>
              <a:gd name="connsiteX7" fmla="*/ 1468438 w 1653979"/>
              <a:gd name="connsiteY7" fmla="*/ 780256 h 1266031"/>
              <a:gd name="connsiteX8" fmla="*/ 1239044 w 1653979"/>
              <a:gd name="connsiteY8" fmla="*/ 782638 h 1266031"/>
              <a:gd name="connsiteX9" fmla="*/ 1097756 w 1653979"/>
              <a:gd name="connsiteY9" fmla="*/ 571500 h 1266031"/>
              <a:gd name="connsiteX10" fmla="*/ 932657 w 1653979"/>
              <a:gd name="connsiteY10" fmla="*/ 431800 h 1266031"/>
              <a:gd name="connsiteX11" fmla="*/ 711994 w 1653979"/>
              <a:gd name="connsiteY11" fmla="*/ 433387 h 1266031"/>
              <a:gd name="connsiteX12" fmla="*/ 580232 w 1653979"/>
              <a:gd name="connsiteY12" fmla="*/ 521494 h 1266031"/>
              <a:gd name="connsiteX13" fmla="*/ 567530 w 1653979"/>
              <a:gd name="connsiteY13" fmla="*/ 730250 h 1266031"/>
              <a:gd name="connsiteX14" fmla="*/ 625476 w 1653979"/>
              <a:gd name="connsiteY14" fmla="*/ 857250 h 1266031"/>
              <a:gd name="connsiteX15" fmla="*/ 688181 w 1653979"/>
              <a:gd name="connsiteY15" fmla="*/ 1092994 h 1266031"/>
              <a:gd name="connsiteX16" fmla="*/ 544513 w 1653979"/>
              <a:gd name="connsiteY16" fmla="*/ 1218406 h 1266031"/>
              <a:gd name="connsiteX17" fmla="*/ 364332 w 1653979"/>
              <a:gd name="connsiteY17" fmla="*/ 1266031 h 1266031"/>
              <a:gd name="connsiteX18" fmla="*/ 76200 w 1653979"/>
              <a:gd name="connsiteY18" fmla="*/ 1219200 h 1266031"/>
              <a:gd name="connsiteX19" fmla="*/ 0 w 1653979"/>
              <a:gd name="connsiteY19" fmla="*/ 1181100 h 1266031"/>
              <a:gd name="connsiteX0" fmla="*/ 996950 w 1653979"/>
              <a:gd name="connsiteY0" fmla="*/ 0 h 1266031"/>
              <a:gd name="connsiteX1" fmla="*/ 1073150 w 1653979"/>
              <a:gd name="connsiteY1" fmla="*/ 107950 h 1266031"/>
              <a:gd name="connsiteX2" fmla="*/ 1132681 w 1653979"/>
              <a:gd name="connsiteY2" fmla="*/ 146050 h 1266031"/>
              <a:gd name="connsiteX3" fmla="*/ 1225550 w 1653979"/>
              <a:gd name="connsiteY3" fmla="*/ 184150 h 1266031"/>
              <a:gd name="connsiteX4" fmla="*/ 1418431 w 1653979"/>
              <a:gd name="connsiteY4" fmla="*/ 237331 h 1266031"/>
              <a:gd name="connsiteX5" fmla="*/ 1607343 w 1653979"/>
              <a:gd name="connsiteY5" fmla="*/ 374650 h 1266031"/>
              <a:gd name="connsiteX6" fmla="*/ 1644650 w 1653979"/>
              <a:gd name="connsiteY6" fmla="*/ 586581 h 1266031"/>
              <a:gd name="connsiteX7" fmla="*/ 1468438 w 1653979"/>
              <a:gd name="connsiteY7" fmla="*/ 780256 h 1266031"/>
              <a:gd name="connsiteX8" fmla="*/ 1239044 w 1653979"/>
              <a:gd name="connsiteY8" fmla="*/ 782638 h 1266031"/>
              <a:gd name="connsiteX9" fmla="*/ 1097756 w 1653979"/>
              <a:gd name="connsiteY9" fmla="*/ 571500 h 1266031"/>
              <a:gd name="connsiteX10" fmla="*/ 932657 w 1653979"/>
              <a:gd name="connsiteY10" fmla="*/ 431800 h 1266031"/>
              <a:gd name="connsiteX11" fmla="*/ 711994 w 1653979"/>
              <a:gd name="connsiteY11" fmla="*/ 433387 h 1266031"/>
              <a:gd name="connsiteX12" fmla="*/ 596107 w 1653979"/>
              <a:gd name="connsiteY12" fmla="*/ 546894 h 1266031"/>
              <a:gd name="connsiteX13" fmla="*/ 567530 w 1653979"/>
              <a:gd name="connsiteY13" fmla="*/ 730250 h 1266031"/>
              <a:gd name="connsiteX14" fmla="*/ 625476 w 1653979"/>
              <a:gd name="connsiteY14" fmla="*/ 857250 h 1266031"/>
              <a:gd name="connsiteX15" fmla="*/ 688181 w 1653979"/>
              <a:gd name="connsiteY15" fmla="*/ 1092994 h 1266031"/>
              <a:gd name="connsiteX16" fmla="*/ 544513 w 1653979"/>
              <a:gd name="connsiteY16" fmla="*/ 1218406 h 1266031"/>
              <a:gd name="connsiteX17" fmla="*/ 364332 w 1653979"/>
              <a:gd name="connsiteY17" fmla="*/ 1266031 h 1266031"/>
              <a:gd name="connsiteX18" fmla="*/ 76200 w 1653979"/>
              <a:gd name="connsiteY18" fmla="*/ 1219200 h 1266031"/>
              <a:gd name="connsiteX19" fmla="*/ 0 w 1653979"/>
              <a:gd name="connsiteY19" fmla="*/ 1181100 h 1266031"/>
              <a:gd name="connsiteX0" fmla="*/ 996950 w 1653979"/>
              <a:gd name="connsiteY0" fmla="*/ 0 h 1266031"/>
              <a:gd name="connsiteX1" fmla="*/ 1073150 w 1653979"/>
              <a:gd name="connsiteY1" fmla="*/ 107950 h 1266031"/>
              <a:gd name="connsiteX2" fmla="*/ 1132681 w 1653979"/>
              <a:gd name="connsiteY2" fmla="*/ 146050 h 1266031"/>
              <a:gd name="connsiteX3" fmla="*/ 1225550 w 1653979"/>
              <a:gd name="connsiteY3" fmla="*/ 184150 h 1266031"/>
              <a:gd name="connsiteX4" fmla="*/ 1418431 w 1653979"/>
              <a:gd name="connsiteY4" fmla="*/ 237331 h 1266031"/>
              <a:gd name="connsiteX5" fmla="*/ 1607343 w 1653979"/>
              <a:gd name="connsiteY5" fmla="*/ 374650 h 1266031"/>
              <a:gd name="connsiteX6" fmla="*/ 1644650 w 1653979"/>
              <a:gd name="connsiteY6" fmla="*/ 586581 h 1266031"/>
              <a:gd name="connsiteX7" fmla="*/ 1468438 w 1653979"/>
              <a:gd name="connsiteY7" fmla="*/ 780256 h 1266031"/>
              <a:gd name="connsiteX8" fmla="*/ 1239044 w 1653979"/>
              <a:gd name="connsiteY8" fmla="*/ 782638 h 1266031"/>
              <a:gd name="connsiteX9" fmla="*/ 1097756 w 1653979"/>
              <a:gd name="connsiteY9" fmla="*/ 571500 h 1266031"/>
              <a:gd name="connsiteX10" fmla="*/ 932657 w 1653979"/>
              <a:gd name="connsiteY10" fmla="*/ 431800 h 1266031"/>
              <a:gd name="connsiteX11" fmla="*/ 715169 w 1653979"/>
              <a:gd name="connsiteY11" fmla="*/ 449262 h 1266031"/>
              <a:gd name="connsiteX12" fmla="*/ 596107 w 1653979"/>
              <a:gd name="connsiteY12" fmla="*/ 546894 h 1266031"/>
              <a:gd name="connsiteX13" fmla="*/ 567530 w 1653979"/>
              <a:gd name="connsiteY13" fmla="*/ 730250 h 1266031"/>
              <a:gd name="connsiteX14" fmla="*/ 625476 w 1653979"/>
              <a:gd name="connsiteY14" fmla="*/ 857250 h 1266031"/>
              <a:gd name="connsiteX15" fmla="*/ 688181 w 1653979"/>
              <a:gd name="connsiteY15" fmla="*/ 1092994 h 1266031"/>
              <a:gd name="connsiteX16" fmla="*/ 544513 w 1653979"/>
              <a:gd name="connsiteY16" fmla="*/ 1218406 h 1266031"/>
              <a:gd name="connsiteX17" fmla="*/ 364332 w 1653979"/>
              <a:gd name="connsiteY17" fmla="*/ 1266031 h 1266031"/>
              <a:gd name="connsiteX18" fmla="*/ 76200 w 1653979"/>
              <a:gd name="connsiteY18" fmla="*/ 1219200 h 1266031"/>
              <a:gd name="connsiteX19" fmla="*/ 0 w 1653979"/>
              <a:gd name="connsiteY19" fmla="*/ 1181100 h 1266031"/>
              <a:gd name="connsiteX0" fmla="*/ 996950 w 1653979"/>
              <a:gd name="connsiteY0" fmla="*/ 0 h 1266031"/>
              <a:gd name="connsiteX1" fmla="*/ 1073150 w 1653979"/>
              <a:gd name="connsiteY1" fmla="*/ 107950 h 1266031"/>
              <a:gd name="connsiteX2" fmla="*/ 1132681 w 1653979"/>
              <a:gd name="connsiteY2" fmla="*/ 146050 h 1266031"/>
              <a:gd name="connsiteX3" fmla="*/ 1225550 w 1653979"/>
              <a:gd name="connsiteY3" fmla="*/ 184150 h 1266031"/>
              <a:gd name="connsiteX4" fmla="*/ 1418431 w 1653979"/>
              <a:gd name="connsiteY4" fmla="*/ 237331 h 1266031"/>
              <a:gd name="connsiteX5" fmla="*/ 1607343 w 1653979"/>
              <a:gd name="connsiteY5" fmla="*/ 374650 h 1266031"/>
              <a:gd name="connsiteX6" fmla="*/ 1644650 w 1653979"/>
              <a:gd name="connsiteY6" fmla="*/ 586581 h 1266031"/>
              <a:gd name="connsiteX7" fmla="*/ 1468438 w 1653979"/>
              <a:gd name="connsiteY7" fmla="*/ 780256 h 1266031"/>
              <a:gd name="connsiteX8" fmla="*/ 1239044 w 1653979"/>
              <a:gd name="connsiteY8" fmla="*/ 782638 h 1266031"/>
              <a:gd name="connsiteX9" fmla="*/ 1097756 w 1653979"/>
              <a:gd name="connsiteY9" fmla="*/ 571500 h 1266031"/>
              <a:gd name="connsiteX10" fmla="*/ 932657 w 1653979"/>
              <a:gd name="connsiteY10" fmla="*/ 457200 h 1266031"/>
              <a:gd name="connsiteX11" fmla="*/ 715169 w 1653979"/>
              <a:gd name="connsiteY11" fmla="*/ 449262 h 1266031"/>
              <a:gd name="connsiteX12" fmla="*/ 596107 w 1653979"/>
              <a:gd name="connsiteY12" fmla="*/ 546894 h 1266031"/>
              <a:gd name="connsiteX13" fmla="*/ 567530 w 1653979"/>
              <a:gd name="connsiteY13" fmla="*/ 730250 h 1266031"/>
              <a:gd name="connsiteX14" fmla="*/ 625476 w 1653979"/>
              <a:gd name="connsiteY14" fmla="*/ 857250 h 1266031"/>
              <a:gd name="connsiteX15" fmla="*/ 688181 w 1653979"/>
              <a:gd name="connsiteY15" fmla="*/ 1092994 h 1266031"/>
              <a:gd name="connsiteX16" fmla="*/ 544513 w 1653979"/>
              <a:gd name="connsiteY16" fmla="*/ 1218406 h 1266031"/>
              <a:gd name="connsiteX17" fmla="*/ 364332 w 1653979"/>
              <a:gd name="connsiteY17" fmla="*/ 1266031 h 1266031"/>
              <a:gd name="connsiteX18" fmla="*/ 76200 w 1653979"/>
              <a:gd name="connsiteY18" fmla="*/ 1219200 h 1266031"/>
              <a:gd name="connsiteX19" fmla="*/ 0 w 1653979"/>
              <a:gd name="connsiteY19" fmla="*/ 1181100 h 1266031"/>
              <a:gd name="connsiteX0" fmla="*/ 996950 w 1653979"/>
              <a:gd name="connsiteY0" fmla="*/ 0 h 1266031"/>
              <a:gd name="connsiteX1" fmla="*/ 1073150 w 1653979"/>
              <a:gd name="connsiteY1" fmla="*/ 107950 h 1266031"/>
              <a:gd name="connsiteX2" fmla="*/ 1132681 w 1653979"/>
              <a:gd name="connsiteY2" fmla="*/ 146050 h 1266031"/>
              <a:gd name="connsiteX3" fmla="*/ 1225550 w 1653979"/>
              <a:gd name="connsiteY3" fmla="*/ 184150 h 1266031"/>
              <a:gd name="connsiteX4" fmla="*/ 1418431 w 1653979"/>
              <a:gd name="connsiteY4" fmla="*/ 237331 h 1266031"/>
              <a:gd name="connsiteX5" fmla="*/ 1607343 w 1653979"/>
              <a:gd name="connsiteY5" fmla="*/ 374650 h 1266031"/>
              <a:gd name="connsiteX6" fmla="*/ 1644650 w 1653979"/>
              <a:gd name="connsiteY6" fmla="*/ 586581 h 1266031"/>
              <a:gd name="connsiteX7" fmla="*/ 1468438 w 1653979"/>
              <a:gd name="connsiteY7" fmla="*/ 780256 h 1266031"/>
              <a:gd name="connsiteX8" fmla="*/ 1239044 w 1653979"/>
              <a:gd name="connsiteY8" fmla="*/ 782638 h 1266031"/>
              <a:gd name="connsiteX9" fmla="*/ 1078706 w 1653979"/>
              <a:gd name="connsiteY9" fmla="*/ 574675 h 1266031"/>
              <a:gd name="connsiteX10" fmla="*/ 932657 w 1653979"/>
              <a:gd name="connsiteY10" fmla="*/ 457200 h 1266031"/>
              <a:gd name="connsiteX11" fmla="*/ 715169 w 1653979"/>
              <a:gd name="connsiteY11" fmla="*/ 449262 h 1266031"/>
              <a:gd name="connsiteX12" fmla="*/ 596107 w 1653979"/>
              <a:gd name="connsiteY12" fmla="*/ 546894 h 1266031"/>
              <a:gd name="connsiteX13" fmla="*/ 567530 w 1653979"/>
              <a:gd name="connsiteY13" fmla="*/ 730250 h 1266031"/>
              <a:gd name="connsiteX14" fmla="*/ 625476 w 1653979"/>
              <a:gd name="connsiteY14" fmla="*/ 857250 h 1266031"/>
              <a:gd name="connsiteX15" fmla="*/ 688181 w 1653979"/>
              <a:gd name="connsiteY15" fmla="*/ 1092994 h 1266031"/>
              <a:gd name="connsiteX16" fmla="*/ 544513 w 1653979"/>
              <a:gd name="connsiteY16" fmla="*/ 1218406 h 1266031"/>
              <a:gd name="connsiteX17" fmla="*/ 364332 w 1653979"/>
              <a:gd name="connsiteY17" fmla="*/ 1266031 h 1266031"/>
              <a:gd name="connsiteX18" fmla="*/ 76200 w 1653979"/>
              <a:gd name="connsiteY18" fmla="*/ 1219200 h 1266031"/>
              <a:gd name="connsiteX19" fmla="*/ 0 w 1653979"/>
              <a:gd name="connsiteY19" fmla="*/ 1181100 h 1266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653979" h="1266031">
                <a:moveTo>
                  <a:pt x="996950" y="0"/>
                </a:moveTo>
                <a:cubicBezTo>
                  <a:pt x="1012825" y="22490"/>
                  <a:pt x="1050528" y="83608"/>
                  <a:pt x="1073150" y="107950"/>
                </a:cubicBezTo>
                <a:cubicBezTo>
                  <a:pt x="1095772" y="132292"/>
                  <a:pt x="1107281" y="133350"/>
                  <a:pt x="1132681" y="146050"/>
                </a:cubicBezTo>
                <a:cubicBezTo>
                  <a:pt x="1158081" y="158750"/>
                  <a:pt x="1177925" y="168937"/>
                  <a:pt x="1225550" y="184150"/>
                </a:cubicBezTo>
                <a:cubicBezTo>
                  <a:pt x="1273175" y="199364"/>
                  <a:pt x="1354799" y="205581"/>
                  <a:pt x="1418431" y="237331"/>
                </a:cubicBezTo>
                <a:cubicBezTo>
                  <a:pt x="1482063" y="269081"/>
                  <a:pt x="1569640" y="316442"/>
                  <a:pt x="1607343" y="374650"/>
                </a:cubicBezTo>
                <a:cubicBezTo>
                  <a:pt x="1645046" y="432858"/>
                  <a:pt x="1667801" y="518980"/>
                  <a:pt x="1644650" y="586581"/>
                </a:cubicBezTo>
                <a:cubicBezTo>
                  <a:pt x="1621499" y="654182"/>
                  <a:pt x="1536039" y="747580"/>
                  <a:pt x="1468438" y="780256"/>
                </a:cubicBezTo>
                <a:cubicBezTo>
                  <a:pt x="1400837" y="812932"/>
                  <a:pt x="1303999" y="816901"/>
                  <a:pt x="1239044" y="782638"/>
                </a:cubicBezTo>
                <a:cubicBezTo>
                  <a:pt x="1174089" y="748375"/>
                  <a:pt x="1129770" y="628915"/>
                  <a:pt x="1078706" y="574675"/>
                </a:cubicBezTo>
                <a:cubicBezTo>
                  <a:pt x="1027642" y="520435"/>
                  <a:pt x="993246" y="478102"/>
                  <a:pt x="932657" y="457200"/>
                </a:cubicBezTo>
                <a:cubicBezTo>
                  <a:pt x="872068" y="436298"/>
                  <a:pt x="771261" y="434313"/>
                  <a:pt x="715169" y="449262"/>
                </a:cubicBezTo>
                <a:cubicBezTo>
                  <a:pt x="659077" y="464211"/>
                  <a:pt x="620714" y="500063"/>
                  <a:pt x="596107" y="546894"/>
                </a:cubicBezTo>
                <a:cubicBezTo>
                  <a:pt x="571501" y="593725"/>
                  <a:pt x="562635" y="678524"/>
                  <a:pt x="567530" y="730250"/>
                </a:cubicBezTo>
                <a:cubicBezTo>
                  <a:pt x="572425" y="781976"/>
                  <a:pt x="603251" y="824442"/>
                  <a:pt x="625476" y="857250"/>
                </a:cubicBezTo>
                <a:cubicBezTo>
                  <a:pt x="645585" y="917707"/>
                  <a:pt x="701675" y="1032802"/>
                  <a:pt x="688181" y="1092994"/>
                </a:cubicBezTo>
                <a:cubicBezTo>
                  <a:pt x="674687" y="1153186"/>
                  <a:pt x="598488" y="1189567"/>
                  <a:pt x="544513" y="1218406"/>
                </a:cubicBezTo>
                <a:cubicBezTo>
                  <a:pt x="490538" y="1247245"/>
                  <a:pt x="442384" y="1265899"/>
                  <a:pt x="364332" y="1266031"/>
                </a:cubicBezTo>
                <a:cubicBezTo>
                  <a:pt x="286280" y="1266163"/>
                  <a:pt x="136922" y="1233355"/>
                  <a:pt x="76200" y="1219200"/>
                </a:cubicBezTo>
                <a:cubicBezTo>
                  <a:pt x="15478" y="1205045"/>
                  <a:pt x="15875" y="1189037"/>
                  <a:pt x="0" y="1181100"/>
                </a:cubicBezTo>
              </a:path>
            </a:pathLst>
          </a:cu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CD012F4-E369-45E5-04F1-91D12347CF6A}"/>
              </a:ext>
            </a:extLst>
          </p:cNvPr>
          <p:cNvSpPr/>
          <p:nvPr/>
        </p:nvSpPr>
        <p:spPr>
          <a:xfrm>
            <a:off x="27996770" y="17871654"/>
            <a:ext cx="487483" cy="892970"/>
          </a:xfrm>
          <a:custGeom>
            <a:avLst/>
            <a:gdLst>
              <a:gd name="connsiteX0" fmla="*/ 200025 w 361950"/>
              <a:gd name="connsiteY0" fmla="*/ 0 h 876413"/>
              <a:gd name="connsiteX1" fmla="*/ 133350 w 361950"/>
              <a:gd name="connsiteY1" fmla="*/ 133350 h 876413"/>
              <a:gd name="connsiteX2" fmla="*/ 114300 w 361950"/>
              <a:gd name="connsiteY2" fmla="*/ 257175 h 876413"/>
              <a:gd name="connsiteX3" fmla="*/ 161925 w 361950"/>
              <a:gd name="connsiteY3" fmla="*/ 400050 h 876413"/>
              <a:gd name="connsiteX4" fmla="*/ 257175 w 361950"/>
              <a:gd name="connsiteY4" fmla="*/ 295275 h 876413"/>
              <a:gd name="connsiteX5" fmla="*/ 209550 w 361950"/>
              <a:gd name="connsiteY5" fmla="*/ 276225 h 876413"/>
              <a:gd name="connsiteX6" fmla="*/ 76200 w 361950"/>
              <a:gd name="connsiteY6" fmla="*/ 285750 h 876413"/>
              <a:gd name="connsiteX7" fmla="*/ 57150 w 361950"/>
              <a:gd name="connsiteY7" fmla="*/ 314325 h 876413"/>
              <a:gd name="connsiteX8" fmla="*/ 28575 w 361950"/>
              <a:gd name="connsiteY8" fmla="*/ 342900 h 876413"/>
              <a:gd name="connsiteX9" fmla="*/ 9525 w 361950"/>
              <a:gd name="connsiteY9" fmla="*/ 419100 h 876413"/>
              <a:gd name="connsiteX10" fmla="*/ 0 w 361950"/>
              <a:gd name="connsiteY10" fmla="*/ 457200 h 876413"/>
              <a:gd name="connsiteX11" fmla="*/ 9525 w 361950"/>
              <a:gd name="connsiteY11" fmla="*/ 657225 h 876413"/>
              <a:gd name="connsiteX12" fmla="*/ 28575 w 361950"/>
              <a:gd name="connsiteY12" fmla="*/ 685800 h 876413"/>
              <a:gd name="connsiteX13" fmla="*/ 57150 w 361950"/>
              <a:gd name="connsiteY13" fmla="*/ 723900 h 876413"/>
              <a:gd name="connsiteX14" fmla="*/ 161925 w 361950"/>
              <a:gd name="connsiteY14" fmla="*/ 809625 h 876413"/>
              <a:gd name="connsiteX15" fmla="*/ 209550 w 361950"/>
              <a:gd name="connsiteY15" fmla="*/ 838200 h 876413"/>
              <a:gd name="connsiteX16" fmla="*/ 247650 w 361950"/>
              <a:gd name="connsiteY16" fmla="*/ 847725 h 876413"/>
              <a:gd name="connsiteX17" fmla="*/ 285750 w 361950"/>
              <a:gd name="connsiteY17" fmla="*/ 866775 h 876413"/>
              <a:gd name="connsiteX18" fmla="*/ 361950 w 361950"/>
              <a:gd name="connsiteY18" fmla="*/ 876300 h 876413"/>
              <a:gd name="connsiteX0" fmla="*/ 200025 w 361950"/>
              <a:gd name="connsiteY0" fmla="*/ 0 h 876413"/>
              <a:gd name="connsiteX1" fmla="*/ 114300 w 361950"/>
              <a:gd name="connsiteY1" fmla="*/ 257175 h 876413"/>
              <a:gd name="connsiteX2" fmla="*/ 161925 w 361950"/>
              <a:gd name="connsiteY2" fmla="*/ 400050 h 876413"/>
              <a:gd name="connsiteX3" fmla="*/ 257175 w 361950"/>
              <a:gd name="connsiteY3" fmla="*/ 295275 h 876413"/>
              <a:gd name="connsiteX4" fmla="*/ 209550 w 361950"/>
              <a:gd name="connsiteY4" fmla="*/ 276225 h 876413"/>
              <a:gd name="connsiteX5" fmla="*/ 76200 w 361950"/>
              <a:gd name="connsiteY5" fmla="*/ 285750 h 876413"/>
              <a:gd name="connsiteX6" fmla="*/ 57150 w 361950"/>
              <a:gd name="connsiteY6" fmla="*/ 314325 h 876413"/>
              <a:gd name="connsiteX7" fmla="*/ 28575 w 361950"/>
              <a:gd name="connsiteY7" fmla="*/ 342900 h 876413"/>
              <a:gd name="connsiteX8" fmla="*/ 9525 w 361950"/>
              <a:gd name="connsiteY8" fmla="*/ 419100 h 876413"/>
              <a:gd name="connsiteX9" fmla="*/ 0 w 361950"/>
              <a:gd name="connsiteY9" fmla="*/ 457200 h 876413"/>
              <a:gd name="connsiteX10" fmla="*/ 9525 w 361950"/>
              <a:gd name="connsiteY10" fmla="*/ 657225 h 876413"/>
              <a:gd name="connsiteX11" fmla="*/ 28575 w 361950"/>
              <a:gd name="connsiteY11" fmla="*/ 685800 h 876413"/>
              <a:gd name="connsiteX12" fmla="*/ 57150 w 361950"/>
              <a:gd name="connsiteY12" fmla="*/ 723900 h 876413"/>
              <a:gd name="connsiteX13" fmla="*/ 161925 w 361950"/>
              <a:gd name="connsiteY13" fmla="*/ 809625 h 876413"/>
              <a:gd name="connsiteX14" fmla="*/ 209550 w 361950"/>
              <a:gd name="connsiteY14" fmla="*/ 838200 h 876413"/>
              <a:gd name="connsiteX15" fmla="*/ 247650 w 361950"/>
              <a:gd name="connsiteY15" fmla="*/ 847725 h 876413"/>
              <a:gd name="connsiteX16" fmla="*/ 285750 w 361950"/>
              <a:gd name="connsiteY16" fmla="*/ 866775 h 876413"/>
              <a:gd name="connsiteX17" fmla="*/ 361950 w 361950"/>
              <a:gd name="connsiteY17" fmla="*/ 876300 h 876413"/>
              <a:gd name="connsiteX0" fmla="*/ 200025 w 361950"/>
              <a:gd name="connsiteY0" fmla="*/ 0 h 876413"/>
              <a:gd name="connsiteX1" fmla="*/ 114300 w 361950"/>
              <a:gd name="connsiteY1" fmla="*/ 257175 h 876413"/>
              <a:gd name="connsiteX2" fmla="*/ 161925 w 361950"/>
              <a:gd name="connsiteY2" fmla="*/ 400050 h 876413"/>
              <a:gd name="connsiteX3" fmla="*/ 257175 w 361950"/>
              <a:gd name="connsiteY3" fmla="*/ 295275 h 876413"/>
              <a:gd name="connsiteX4" fmla="*/ 76200 w 361950"/>
              <a:gd name="connsiteY4" fmla="*/ 285750 h 876413"/>
              <a:gd name="connsiteX5" fmla="*/ 57150 w 361950"/>
              <a:gd name="connsiteY5" fmla="*/ 314325 h 876413"/>
              <a:gd name="connsiteX6" fmla="*/ 28575 w 361950"/>
              <a:gd name="connsiteY6" fmla="*/ 342900 h 876413"/>
              <a:gd name="connsiteX7" fmla="*/ 9525 w 361950"/>
              <a:gd name="connsiteY7" fmla="*/ 419100 h 876413"/>
              <a:gd name="connsiteX8" fmla="*/ 0 w 361950"/>
              <a:gd name="connsiteY8" fmla="*/ 457200 h 876413"/>
              <a:gd name="connsiteX9" fmla="*/ 9525 w 361950"/>
              <a:gd name="connsiteY9" fmla="*/ 657225 h 876413"/>
              <a:gd name="connsiteX10" fmla="*/ 28575 w 361950"/>
              <a:gd name="connsiteY10" fmla="*/ 685800 h 876413"/>
              <a:gd name="connsiteX11" fmla="*/ 57150 w 361950"/>
              <a:gd name="connsiteY11" fmla="*/ 723900 h 876413"/>
              <a:gd name="connsiteX12" fmla="*/ 161925 w 361950"/>
              <a:gd name="connsiteY12" fmla="*/ 809625 h 876413"/>
              <a:gd name="connsiteX13" fmla="*/ 209550 w 361950"/>
              <a:gd name="connsiteY13" fmla="*/ 838200 h 876413"/>
              <a:gd name="connsiteX14" fmla="*/ 247650 w 361950"/>
              <a:gd name="connsiteY14" fmla="*/ 847725 h 876413"/>
              <a:gd name="connsiteX15" fmla="*/ 285750 w 361950"/>
              <a:gd name="connsiteY15" fmla="*/ 866775 h 876413"/>
              <a:gd name="connsiteX16" fmla="*/ 361950 w 361950"/>
              <a:gd name="connsiteY16" fmla="*/ 876300 h 876413"/>
              <a:gd name="connsiteX0" fmla="*/ 200025 w 361950"/>
              <a:gd name="connsiteY0" fmla="*/ 0 h 876413"/>
              <a:gd name="connsiteX1" fmla="*/ 114300 w 361950"/>
              <a:gd name="connsiteY1" fmla="*/ 257175 h 876413"/>
              <a:gd name="connsiteX2" fmla="*/ 161925 w 361950"/>
              <a:gd name="connsiteY2" fmla="*/ 400050 h 876413"/>
              <a:gd name="connsiteX3" fmla="*/ 285750 w 361950"/>
              <a:gd name="connsiteY3" fmla="*/ 314325 h 876413"/>
              <a:gd name="connsiteX4" fmla="*/ 76200 w 361950"/>
              <a:gd name="connsiteY4" fmla="*/ 285750 h 876413"/>
              <a:gd name="connsiteX5" fmla="*/ 57150 w 361950"/>
              <a:gd name="connsiteY5" fmla="*/ 314325 h 876413"/>
              <a:gd name="connsiteX6" fmla="*/ 28575 w 361950"/>
              <a:gd name="connsiteY6" fmla="*/ 342900 h 876413"/>
              <a:gd name="connsiteX7" fmla="*/ 9525 w 361950"/>
              <a:gd name="connsiteY7" fmla="*/ 419100 h 876413"/>
              <a:gd name="connsiteX8" fmla="*/ 0 w 361950"/>
              <a:gd name="connsiteY8" fmla="*/ 457200 h 876413"/>
              <a:gd name="connsiteX9" fmla="*/ 9525 w 361950"/>
              <a:gd name="connsiteY9" fmla="*/ 657225 h 876413"/>
              <a:gd name="connsiteX10" fmla="*/ 28575 w 361950"/>
              <a:gd name="connsiteY10" fmla="*/ 685800 h 876413"/>
              <a:gd name="connsiteX11" fmla="*/ 57150 w 361950"/>
              <a:gd name="connsiteY11" fmla="*/ 723900 h 876413"/>
              <a:gd name="connsiteX12" fmla="*/ 161925 w 361950"/>
              <a:gd name="connsiteY12" fmla="*/ 809625 h 876413"/>
              <a:gd name="connsiteX13" fmla="*/ 209550 w 361950"/>
              <a:gd name="connsiteY13" fmla="*/ 838200 h 876413"/>
              <a:gd name="connsiteX14" fmla="*/ 247650 w 361950"/>
              <a:gd name="connsiteY14" fmla="*/ 847725 h 876413"/>
              <a:gd name="connsiteX15" fmla="*/ 285750 w 361950"/>
              <a:gd name="connsiteY15" fmla="*/ 866775 h 876413"/>
              <a:gd name="connsiteX16" fmla="*/ 361950 w 361950"/>
              <a:gd name="connsiteY16" fmla="*/ 876300 h 876413"/>
              <a:gd name="connsiteX0" fmla="*/ 200025 w 361950"/>
              <a:gd name="connsiteY0" fmla="*/ 0 h 876413"/>
              <a:gd name="connsiteX1" fmla="*/ 114300 w 361950"/>
              <a:gd name="connsiteY1" fmla="*/ 257175 h 876413"/>
              <a:gd name="connsiteX2" fmla="*/ 161925 w 361950"/>
              <a:gd name="connsiteY2" fmla="*/ 400050 h 876413"/>
              <a:gd name="connsiteX3" fmla="*/ 285750 w 361950"/>
              <a:gd name="connsiteY3" fmla="*/ 314325 h 876413"/>
              <a:gd name="connsiteX4" fmla="*/ 76200 w 361950"/>
              <a:gd name="connsiteY4" fmla="*/ 285750 h 876413"/>
              <a:gd name="connsiteX5" fmla="*/ 57150 w 361950"/>
              <a:gd name="connsiteY5" fmla="*/ 314325 h 876413"/>
              <a:gd name="connsiteX6" fmla="*/ 28575 w 361950"/>
              <a:gd name="connsiteY6" fmla="*/ 342900 h 876413"/>
              <a:gd name="connsiteX7" fmla="*/ 9525 w 361950"/>
              <a:gd name="connsiteY7" fmla="*/ 419100 h 876413"/>
              <a:gd name="connsiteX8" fmla="*/ 0 w 361950"/>
              <a:gd name="connsiteY8" fmla="*/ 457200 h 876413"/>
              <a:gd name="connsiteX9" fmla="*/ 9525 w 361950"/>
              <a:gd name="connsiteY9" fmla="*/ 657225 h 876413"/>
              <a:gd name="connsiteX10" fmla="*/ 28575 w 361950"/>
              <a:gd name="connsiteY10" fmla="*/ 685800 h 876413"/>
              <a:gd name="connsiteX11" fmla="*/ 57150 w 361950"/>
              <a:gd name="connsiteY11" fmla="*/ 723900 h 876413"/>
              <a:gd name="connsiteX12" fmla="*/ 161925 w 361950"/>
              <a:gd name="connsiteY12" fmla="*/ 809625 h 876413"/>
              <a:gd name="connsiteX13" fmla="*/ 209550 w 361950"/>
              <a:gd name="connsiteY13" fmla="*/ 838200 h 876413"/>
              <a:gd name="connsiteX14" fmla="*/ 247650 w 361950"/>
              <a:gd name="connsiteY14" fmla="*/ 847725 h 876413"/>
              <a:gd name="connsiteX15" fmla="*/ 285750 w 361950"/>
              <a:gd name="connsiteY15" fmla="*/ 866775 h 876413"/>
              <a:gd name="connsiteX16" fmla="*/ 361950 w 361950"/>
              <a:gd name="connsiteY16" fmla="*/ 876300 h 876413"/>
              <a:gd name="connsiteX0" fmla="*/ 200025 w 361950"/>
              <a:gd name="connsiteY0" fmla="*/ 0 h 876413"/>
              <a:gd name="connsiteX1" fmla="*/ 114300 w 361950"/>
              <a:gd name="connsiteY1" fmla="*/ 257175 h 876413"/>
              <a:gd name="connsiteX2" fmla="*/ 161925 w 361950"/>
              <a:gd name="connsiteY2" fmla="*/ 400050 h 876413"/>
              <a:gd name="connsiteX3" fmla="*/ 285750 w 361950"/>
              <a:gd name="connsiteY3" fmla="*/ 314325 h 876413"/>
              <a:gd name="connsiteX4" fmla="*/ 76200 w 361950"/>
              <a:gd name="connsiteY4" fmla="*/ 285750 h 876413"/>
              <a:gd name="connsiteX5" fmla="*/ 57150 w 361950"/>
              <a:gd name="connsiteY5" fmla="*/ 314325 h 876413"/>
              <a:gd name="connsiteX6" fmla="*/ 28575 w 361950"/>
              <a:gd name="connsiteY6" fmla="*/ 342900 h 876413"/>
              <a:gd name="connsiteX7" fmla="*/ 9525 w 361950"/>
              <a:gd name="connsiteY7" fmla="*/ 419100 h 876413"/>
              <a:gd name="connsiteX8" fmla="*/ 0 w 361950"/>
              <a:gd name="connsiteY8" fmla="*/ 457200 h 876413"/>
              <a:gd name="connsiteX9" fmla="*/ 9525 w 361950"/>
              <a:gd name="connsiteY9" fmla="*/ 657225 h 876413"/>
              <a:gd name="connsiteX10" fmla="*/ 28575 w 361950"/>
              <a:gd name="connsiteY10" fmla="*/ 685800 h 876413"/>
              <a:gd name="connsiteX11" fmla="*/ 57150 w 361950"/>
              <a:gd name="connsiteY11" fmla="*/ 723900 h 876413"/>
              <a:gd name="connsiteX12" fmla="*/ 161925 w 361950"/>
              <a:gd name="connsiteY12" fmla="*/ 809625 h 876413"/>
              <a:gd name="connsiteX13" fmla="*/ 209550 w 361950"/>
              <a:gd name="connsiteY13" fmla="*/ 838200 h 876413"/>
              <a:gd name="connsiteX14" fmla="*/ 247650 w 361950"/>
              <a:gd name="connsiteY14" fmla="*/ 847725 h 876413"/>
              <a:gd name="connsiteX15" fmla="*/ 285750 w 361950"/>
              <a:gd name="connsiteY15" fmla="*/ 866775 h 876413"/>
              <a:gd name="connsiteX16" fmla="*/ 361950 w 361950"/>
              <a:gd name="connsiteY16" fmla="*/ 876300 h 876413"/>
              <a:gd name="connsiteX0" fmla="*/ 200025 w 361950"/>
              <a:gd name="connsiteY0" fmla="*/ 0 h 876413"/>
              <a:gd name="connsiteX1" fmla="*/ 114300 w 361950"/>
              <a:gd name="connsiteY1" fmla="*/ 257175 h 876413"/>
              <a:gd name="connsiteX2" fmla="*/ 161925 w 361950"/>
              <a:gd name="connsiteY2" fmla="*/ 400050 h 876413"/>
              <a:gd name="connsiteX3" fmla="*/ 285750 w 361950"/>
              <a:gd name="connsiteY3" fmla="*/ 314325 h 876413"/>
              <a:gd name="connsiteX4" fmla="*/ 176213 w 361950"/>
              <a:gd name="connsiteY4" fmla="*/ 288131 h 876413"/>
              <a:gd name="connsiteX5" fmla="*/ 57150 w 361950"/>
              <a:gd name="connsiteY5" fmla="*/ 314325 h 876413"/>
              <a:gd name="connsiteX6" fmla="*/ 28575 w 361950"/>
              <a:gd name="connsiteY6" fmla="*/ 342900 h 876413"/>
              <a:gd name="connsiteX7" fmla="*/ 9525 w 361950"/>
              <a:gd name="connsiteY7" fmla="*/ 419100 h 876413"/>
              <a:gd name="connsiteX8" fmla="*/ 0 w 361950"/>
              <a:gd name="connsiteY8" fmla="*/ 457200 h 876413"/>
              <a:gd name="connsiteX9" fmla="*/ 9525 w 361950"/>
              <a:gd name="connsiteY9" fmla="*/ 657225 h 876413"/>
              <a:gd name="connsiteX10" fmla="*/ 28575 w 361950"/>
              <a:gd name="connsiteY10" fmla="*/ 685800 h 876413"/>
              <a:gd name="connsiteX11" fmla="*/ 57150 w 361950"/>
              <a:gd name="connsiteY11" fmla="*/ 723900 h 876413"/>
              <a:gd name="connsiteX12" fmla="*/ 161925 w 361950"/>
              <a:gd name="connsiteY12" fmla="*/ 809625 h 876413"/>
              <a:gd name="connsiteX13" fmla="*/ 209550 w 361950"/>
              <a:gd name="connsiteY13" fmla="*/ 838200 h 876413"/>
              <a:gd name="connsiteX14" fmla="*/ 247650 w 361950"/>
              <a:gd name="connsiteY14" fmla="*/ 847725 h 876413"/>
              <a:gd name="connsiteX15" fmla="*/ 285750 w 361950"/>
              <a:gd name="connsiteY15" fmla="*/ 866775 h 876413"/>
              <a:gd name="connsiteX16" fmla="*/ 361950 w 361950"/>
              <a:gd name="connsiteY16" fmla="*/ 876300 h 876413"/>
              <a:gd name="connsiteX0" fmla="*/ 200025 w 361950"/>
              <a:gd name="connsiteY0" fmla="*/ 0 h 876413"/>
              <a:gd name="connsiteX1" fmla="*/ 114300 w 361950"/>
              <a:gd name="connsiteY1" fmla="*/ 257175 h 876413"/>
              <a:gd name="connsiteX2" fmla="*/ 161925 w 361950"/>
              <a:gd name="connsiteY2" fmla="*/ 400050 h 876413"/>
              <a:gd name="connsiteX3" fmla="*/ 285750 w 361950"/>
              <a:gd name="connsiteY3" fmla="*/ 314325 h 876413"/>
              <a:gd name="connsiteX4" fmla="*/ 176213 w 361950"/>
              <a:gd name="connsiteY4" fmla="*/ 288131 h 876413"/>
              <a:gd name="connsiteX5" fmla="*/ 57150 w 361950"/>
              <a:gd name="connsiteY5" fmla="*/ 314325 h 876413"/>
              <a:gd name="connsiteX6" fmla="*/ 28575 w 361950"/>
              <a:gd name="connsiteY6" fmla="*/ 342900 h 876413"/>
              <a:gd name="connsiteX7" fmla="*/ 9525 w 361950"/>
              <a:gd name="connsiteY7" fmla="*/ 419100 h 876413"/>
              <a:gd name="connsiteX8" fmla="*/ 0 w 361950"/>
              <a:gd name="connsiteY8" fmla="*/ 457200 h 876413"/>
              <a:gd name="connsiteX9" fmla="*/ 9525 w 361950"/>
              <a:gd name="connsiteY9" fmla="*/ 657225 h 876413"/>
              <a:gd name="connsiteX10" fmla="*/ 28575 w 361950"/>
              <a:gd name="connsiteY10" fmla="*/ 685800 h 876413"/>
              <a:gd name="connsiteX11" fmla="*/ 57150 w 361950"/>
              <a:gd name="connsiteY11" fmla="*/ 723900 h 876413"/>
              <a:gd name="connsiteX12" fmla="*/ 161925 w 361950"/>
              <a:gd name="connsiteY12" fmla="*/ 809625 h 876413"/>
              <a:gd name="connsiteX13" fmla="*/ 209550 w 361950"/>
              <a:gd name="connsiteY13" fmla="*/ 838200 h 876413"/>
              <a:gd name="connsiteX14" fmla="*/ 247650 w 361950"/>
              <a:gd name="connsiteY14" fmla="*/ 847725 h 876413"/>
              <a:gd name="connsiteX15" fmla="*/ 285750 w 361950"/>
              <a:gd name="connsiteY15" fmla="*/ 866775 h 876413"/>
              <a:gd name="connsiteX16" fmla="*/ 361950 w 361950"/>
              <a:gd name="connsiteY16" fmla="*/ 876300 h 876413"/>
              <a:gd name="connsiteX0" fmla="*/ 200025 w 361950"/>
              <a:gd name="connsiteY0" fmla="*/ 0 h 876413"/>
              <a:gd name="connsiteX1" fmla="*/ 114300 w 361950"/>
              <a:gd name="connsiteY1" fmla="*/ 257175 h 876413"/>
              <a:gd name="connsiteX2" fmla="*/ 140494 w 361950"/>
              <a:gd name="connsiteY2" fmla="*/ 354806 h 876413"/>
              <a:gd name="connsiteX3" fmla="*/ 285750 w 361950"/>
              <a:gd name="connsiteY3" fmla="*/ 314325 h 876413"/>
              <a:gd name="connsiteX4" fmla="*/ 176213 w 361950"/>
              <a:gd name="connsiteY4" fmla="*/ 288131 h 876413"/>
              <a:gd name="connsiteX5" fmla="*/ 57150 w 361950"/>
              <a:gd name="connsiteY5" fmla="*/ 314325 h 876413"/>
              <a:gd name="connsiteX6" fmla="*/ 28575 w 361950"/>
              <a:gd name="connsiteY6" fmla="*/ 342900 h 876413"/>
              <a:gd name="connsiteX7" fmla="*/ 9525 w 361950"/>
              <a:gd name="connsiteY7" fmla="*/ 419100 h 876413"/>
              <a:gd name="connsiteX8" fmla="*/ 0 w 361950"/>
              <a:gd name="connsiteY8" fmla="*/ 457200 h 876413"/>
              <a:gd name="connsiteX9" fmla="*/ 9525 w 361950"/>
              <a:gd name="connsiteY9" fmla="*/ 657225 h 876413"/>
              <a:gd name="connsiteX10" fmla="*/ 28575 w 361950"/>
              <a:gd name="connsiteY10" fmla="*/ 685800 h 876413"/>
              <a:gd name="connsiteX11" fmla="*/ 57150 w 361950"/>
              <a:gd name="connsiteY11" fmla="*/ 723900 h 876413"/>
              <a:gd name="connsiteX12" fmla="*/ 161925 w 361950"/>
              <a:gd name="connsiteY12" fmla="*/ 809625 h 876413"/>
              <a:gd name="connsiteX13" fmla="*/ 209550 w 361950"/>
              <a:gd name="connsiteY13" fmla="*/ 838200 h 876413"/>
              <a:gd name="connsiteX14" fmla="*/ 247650 w 361950"/>
              <a:gd name="connsiteY14" fmla="*/ 847725 h 876413"/>
              <a:gd name="connsiteX15" fmla="*/ 285750 w 361950"/>
              <a:gd name="connsiteY15" fmla="*/ 866775 h 876413"/>
              <a:gd name="connsiteX16" fmla="*/ 361950 w 361950"/>
              <a:gd name="connsiteY16" fmla="*/ 876300 h 876413"/>
              <a:gd name="connsiteX0" fmla="*/ 200025 w 361950"/>
              <a:gd name="connsiteY0" fmla="*/ 0 h 876413"/>
              <a:gd name="connsiteX1" fmla="*/ 114300 w 361950"/>
              <a:gd name="connsiteY1" fmla="*/ 257175 h 876413"/>
              <a:gd name="connsiteX2" fmla="*/ 140494 w 361950"/>
              <a:gd name="connsiteY2" fmla="*/ 354806 h 876413"/>
              <a:gd name="connsiteX3" fmla="*/ 226219 w 361950"/>
              <a:gd name="connsiteY3" fmla="*/ 326232 h 876413"/>
              <a:gd name="connsiteX4" fmla="*/ 176213 w 361950"/>
              <a:gd name="connsiteY4" fmla="*/ 288131 h 876413"/>
              <a:gd name="connsiteX5" fmla="*/ 57150 w 361950"/>
              <a:gd name="connsiteY5" fmla="*/ 314325 h 876413"/>
              <a:gd name="connsiteX6" fmla="*/ 28575 w 361950"/>
              <a:gd name="connsiteY6" fmla="*/ 342900 h 876413"/>
              <a:gd name="connsiteX7" fmla="*/ 9525 w 361950"/>
              <a:gd name="connsiteY7" fmla="*/ 419100 h 876413"/>
              <a:gd name="connsiteX8" fmla="*/ 0 w 361950"/>
              <a:gd name="connsiteY8" fmla="*/ 457200 h 876413"/>
              <a:gd name="connsiteX9" fmla="*/ 9525 w 361950"/>
              <a:gd name="connsiteY9" fmla="*/ 657225 h 876413"/>
              <a:gd name="connsiteX10" fmla="*/ 28575 w 361950"/>
              <a:gd name="connsiteY10" fmla="*/ 685800 h 876413"/>
              <a:gd name="connsiteX11" fmla="*/ 57150 w 361950"/>
              <a:gd name="connsiteY11" fmla="*/ 723900 h 876413"/>
              <a:gd name="connsiteX12" fmla="*/ 161925 w 361950"/>
              <a:gd name="connsiteY12" fmla="*/ 809625 h 876413"/>
              <a:gd name="connsiteX13" fmla="*/ 209550 w 361950"/>
              <a:gd name="connsiteY13" fmla="*/ 838200 h 876413"/>
              <a:gd name="connsiteX14" fmla="*/ 247650 w 361950"/>
              <a:gd name="connsiteY14" fmla="*/ 847725 h 876413"/>
              <a:gd name="connsiteX15" fmla="*/ 285750 w 361950"/>
              <a:gd name="connsiteY15" fmla="*/ 866775 h 876413"/>
              <a:gd name="connsiteX16" fmla="*/ 361950 w 361950"/>
              <a:gd name="connsiteY16" fmla="*/ 876300 h 876413"/>
              <a:gd name="connsiteX0" fmla="*/ 200025 w 361950"/>
              <a:gd name="connsiteY0" fmla="*/ 0 h 876413"/>
              <a:gd name="connsiteX1" fmla="*/ 114300 w 361950"/>
              <a:gd name="connsiteY1" fmla="*/ 257175 h 876413"/>
              <a:gd name="connsiteX2" fmla="*/ 140494 w 361950"/>
              <a:gd name="connsiteY2" fmla="*/ 354806 h 876413"/>
              <a:gd name="connsiteX3" fmla="*/ 226219 w 361950"/>
              <a:gd name="connsiteY3" fmla="*/ 326232 h 876413"/>
              <a:gd name="connsiteX4" fmla="*/ 176213 w 361950"/>
              <a:gd name="connsiteY4" fmla="*/ 288131 h 876413"/>
              <a:gd name="connsiteX5" fmla="*/ 57150 w 361950"/>
              <a:gd name="connsiteY5" fmla="*/ 314325 h 876413"/>
              <a:gd name="connsiteX6" fmla="*/ 28575 w 361950"/>
              <a:gd name="connsiteY6" fmla="*/ 342900 h 876413"/>
              <a:gd name="connsiteX7" fmla="*/ 9525 w 361950"/>
              <a:gd name="connsiteY7" fmla="*/ 419100 h 876413"/>
              <a:gd name="connsiteX8" fmla="*/ 0 w 361950"/>
              <a:gd name="connsiteY8" fmla="*/ 457200 h 876413"/>
              <a:gd name="connsiteX9" fmla="*/ 9525 w 361950"/>
              <a:gd name="connsiteY9" fmla="*/ 657225 h 876413"/>
              <a:gd name="connsiteX10" fmla="*/ 28575 w 361950"/>
              <a:gd name="connsiteY10" fmla="*/ 685800 h 876413"/>
              <a:gd name="connsiteX11" fmla="*/ 57150 w 361950"/>
              <a:gd name="connsiteY11" fmla="*/ 723900 h 876413"/>
              <a:gd name="connsiteX12" fmla="*/ 161925 w 361950"/>
              <a:gd name="connsiteY12" fmla="*/ 809625 h 876413"/>
              <a:gd name="connsiteX13" fmla="*/ 209550 w 361950"/>
              <a:gd name="connsiteY13" fmla="*/ 838200 h 876413"/>
              <a:gd name="connsiteX14" fmla="*/ 247650 w 361950"/>
              <a:gd name="connsiteY14" fmla="*/ 847725 h 876413"/>
              <a:gd name="connsiteX15" fmla="*/ 285750 w 361950"/>
              <a:gd name="connsiteY15" fmla="*/ 866775 h 876413"/>
              <a:gd name="connsiteX16" fmla="*/ 361950 w 361950"/>
              <a:gd name="connsiteY16" fmla="*/ 876300 h 876413"/>
              <a:gd name="connsiteX0" fmla="*/ 200025 w 361950"/>
              <a:gd name="connsiteY0" fmla="*/ 0 h 876413"/>
              <a:gd name="connsiteX1" fmla="*/ 114300 w 361950"/>
              <a:gd name="connsiteY1" fmla="*/ 257175 h 876413"/>
              <a:gd name="connsiteX2" fmla="*/ 140494 w 361950"/>
              <a:gd name="connsiteY2" fmla="*/ 354806 h 876413"/>
              <a:gd name="connsiteX3" fmla="*/ 226219 w 361950"/>
              <a:gd name="connsiteY3" fmla="*/ 326232 h 876413"/>
              <a:gd name="connsiteX4" fmla="*/ 176213 w 361950"/>
              <a:gd name="connsiteY4" fmla="*/ 288131 h 876413"/>
              <a:gd name="connsiteX5" fmla="*/ 57150 w 361950"/>
              <a:gd name="connsiteY5" fmla="*/ 314325 h 876413"/>
              <a:gd name="connsiteX6" fmla="*/ 28575 w 361950"/>
              <a:gd name="connsiteY6" fmla="*/ 342900 h 876413"/>
              <a:gd name="connsiteX7" fmla="*/ 9525 w 361950"/>
              <a:gd name="connsiteY7" fmla="*/ 419100 h 876413"/>
              <a:gd name="connsiteX8" fmla="*/ 0 w 361950"/>
              <a:gd name="connsiteY8" fmla="*/ 457200 h 876413"/>
              <a:gd name="connsiteX9" fmla="*/ 9525 w 361950"/>
              <a:gd name="connsiteY9" fmla="*/ 657225 h 876413"/>
              <a:gd name="connsiteX10" fmla="*/ 28575 w 361950"/>
              <a:gd name="connsiteY10" fmla="*/ 685800 h 876413"/>
              <a:gd name="connsiteX11" fmla="*/ 57150 w 361950"/>
              <a:gd name="connsiteY11" fmla="*/ 723900 h 876413"/>
              <a:gd name="connsiteX12" fmla="*/ 161925 w 361950"/>
              <a:gd name="connsiteY12" fmla="*/ 809625 h 876413"/>
              <a:gd name="connsiteX13" fmla="*/ 209550 w 361950"/>
              <a:gd name="connsiteY13" fmla="*/ 838200 h 876413"/>
              <a:gd name="connsiteX14" fmla="*/ 247650 w 361950"/>
              <a:gd name="connsiteY14" fmla="*/ 847725 h 876413"/>
              <a:gd name="connsiteX15" fmla="*/ 285750 w 361950"/>
              <a:gd name="connsiteY15" fmla="*/ 866775 h 876413"/>
              <a:gd name="connsiteX16" fmla="*/ 361950 w 361950"/>
              <a:gd name="connsiteY16" fmla="*/ 876300 h 876413"/>
              <a:gd name="connsiteX0" fmla="*/ 200025 w 361950"/>
              <a:gd name="connsiteY0" fmla="*/ 0 h 876413"/>
              <a:gd name="connsiteX1" fmla="*/ 114300 w 361950"/>
              <a:gd name="connsiteY1" fmla="*/ 257175 h 876413"/>
              <a:gd name="connsiteX2" fmla="*/ 140494 w 361950"/>
              <a:gd name="connsiteY2" fmla="*/ 354806 h 876413"/>
              <a:gd name="connsiteX3" fmla="*/ 226219 w 361950"/>
              <a:gd name="connsiteY3" fmla="*/ 326232 h 876413"/>
              <a:gd name="connsiteX4" fmla="*/ 176213 w 361950"/>
              <a:gd name="connsiteY4" fmla="*/ 288131 h 876413"/>
              <a:gd name="connsiteX5" fmla="*/ 57150 w 361950"/>
              <a:gd name="connsiteY5" fmla="*/ 314325 h 876413"/>
              <a:gd name="connsiteX6" fmla="*/ 28575 w 361950"/>
              <a:gd name="connsiteY6" fmla="*/ 342900 h 876413"/>
              <a:gd name="connsiteX7" fmla="*/ 9525 w 361950"/>
              <a:gd name="connsiteY7" fmla="*/ 419100 h 876413"/>
              <a:gd name="connsiteX8" fmla="*/ 0 w 361950"/>
              <a:gd name="connsiteY8" fmla="*/ 457200 h 876413"/>
              <a:gd name="connsiteX9" fmla="*/ 9525 w 361950"/>
              <a:gd name="connsiteY9" fmla="*/ 657225 h 876413"/>
              <a:gd name="connsiteX10" fmla="*/ 28575 w 361950"/>
              <a:gd name="connsiteY10" fmla="*/ 685800 h 876413"/>
              <a:gd name="connsiteX11" fmla="*/ 57150 w 361950"/>
              <a:gd name="connsiteY11" fmla="*/ 723900 h 876413"/>
              <a:gd name="connsiteX12" fmla="*/ 161925 w 361950"/>
              <a:gd name="connsiteY12" fmla="*/ 809625 h 876413"/>
              <a:gd name="connsiteX13" fmla="*/ 209550 w 361950"/>
              <a:gd name="connsiteY13" fmla="*/ 838200 h 876413"/>
              <a:gd name="connsiteX14" fmla="*/ 247650 w 361950"/>
              <a:gd name="connsiteY14" fmla="*/ 847725 h 876413"/>
              <a:gd name="connsiteX15" fmla="*/ 285750 w 361950"/>
              <a:gd name="connsiteY15" fmla="*/ 866775 h 876413"/>
              <a:gd name="connsiteX16" fmla="*/ 361950 w 361950"/>
              <a:gd name="connsiteY16" fmla="*/ 876300 h 876413"/>
              <a:gd name="connsiteX0" fmla="*/ 200025 w 361950"/>
              <a:gd name="connsiteY0" fmla="*/ 0 h 876413"/>
              <a:gd name="connsiteX1" fmla="*/ 114300 w 361950"/>
              <a:gd name="connsiteY1" fmla="*/ 257175 h 876413"/>
              <a:gd name="connsiteX2" fmla="*/ 140494 w 361950"/>
              <a:gd name="connsiteY2" fmla="*/ 354806 h 876413"/>
              <a:gd name="connsiteX3" fmla="*/ 226219 w 361950"/>
              <a:gd name="connsiteY3" fmla="*/ 326232 h 876413"/>
              <a:gd name="connsiteX4" fmla="*/ 176213 w 361950"/>
              <a:gd name="connsiteY4" fmla="*/ 288131 h 876413"/>
              <a:gd name="connsiteX5" fmla="*/ 57150 w 361950"/>
              <a:gd name="connsiteY5" fmla="*/ 314325 h 876413"/>
              <a:gd name="connsiteX6" fmla="*/ 9525 w 361950"/>
              <a:gd name="connsiteY6" fmla="*/ 419100 h 876413"/>
              <a:gd name="connsiteX7" fmla="*/ 0 w 361950"/>
              <a:gd name="connsiteY7" fmla="*/ 457200 h 876413"/>
              <a:gd name="connsiteX8" fmla="*/ 9525 w 361950"/>
              <a:gd name="connsiteY8" fmla="*/ 657225 h 876413"/>
              <a:gd name="connsiteX9" fmla="*/ 28575 w 361950"/>
              <a:gd name="connsiteY9" fmla="*/ 685800 h 876413"/>
              <a:gd name="connsiteX10" fmla="*/ 57150 w 361950"/>
              <a:gd name="connsiteY10" fmla="*/ 723900 h 876413"/>
              <a:gd name="connsiteX11" fmla="*/ 161925 w 361950"/>
              <a:gd name="connsiteY11" fmla="*/ 809625 h 876413"/>
              <a:gd name="connsiteX12" fmla="*/ 209550 w 361950"/>
              <a:gd name="connsiteY12" fmla="*/ 838200 h 876413"/>
              <a:gd name="connsiteX13" fmla="*/ 247650 w 361950"/>
              <a:gd name="connsiteY13" fmla="*/ 847725 h 876413"/>
              <a:gd name="connsiteX14" fmla="*/ 285750 w 361950"/>
              <a:gd name="connsiteY14" fmla="*/ 866775 h 876413"/>
              <a:gd name="connsiteX15" fmla="*/ 361950 w 361950"/>
              <a:gd name="connsiteY15" fmla="*/ 876300 h 876413"/>
              <a:gd name="connsiteX0" fmla="*/ 190500 w 352425"/>
              <a:gd name="connsiteY0" fmla="*/ 0 h 876413"/>
              <a:gd name="connsiteX1" fmla="*/ 104775 w 352425"/>
              <a:gd name="connsiteY1" fmla="*/ 257175 h 876413"/>
              <a:gd name="connsiteX2" fmla="*/ 130969 w 352425"/>
              <a:gd name="connsiteY2" fmla="*/ 354806 h 876413"/>
              <a:gd name="connsiteX3" fmla="*/ 216694 w 352425"/>
              <a:gd name="connsiteY3" fmla="*/ 326232 h 876413"/>
              <a:gd name="connsiteX4" fmla="*/ 166688 w 352425"/>
              <a:gd name="connsiteY4" fmla="*/ 288131 h 876413"/>
              <a:gd name="connsiteX5" fmla="*/ 47625 w 352425"/>
              <a:gd name="connsiteY5" fmla="*/ 314325 h 876413"/>
              <a:gd name="connsiteX6" fmla="*/ 0 w 352425"/>
              <a:gd name="connsiteY6" fmla="*/ 419100 h 876413"/>
              <a:gd name="connsiteX7" fmla="*/ 0 w 352425"/>
              <a:gd name="connsiteY7" fmla="*/ 657225 h 876413"/>
              <a:gd name="connsiteX8" fmla="*/ 19050 w 352425"/>
              <a:gd name="connsiteY8" fmla="*/ 685800 h 876413"/>
              <a:gd name="connsiteX9" fmla="*/ 47625 w 352425"/>
              <a:gd name="connsiteY9" fmla="*/ 723900 h 876413"/>
              <a:gd name="connsiteX10" fmla="*/ 152400 w 352425"/>
              <a:gd name="connsiteY10" fmla="*/ 809625 h 876413"/>
              <a:gd name="connsiteX11" fmla="*/ 200025 w 352425"/>
              <a:gd name="connsiteY11" fmla="*/ 838200 h 876413"/>
              <a:gd name="connsiteX12" fmla="*/ 238125 w 352425"/>
              <a:gd name="connsiteY12" fmla="*/ 847725 h 876413"/>
              <a:gd name="connsiteX13" fmla="*/ 276225 w 352425"/>
              <a:gd name="connsiteY13" fmla="*/ 866775 h 876413"/>
              <a:gd name="connsiteX14" fmla="*/ 352425 w 352425"/>
              <a:gd name="connsiteY14" fmla="*/ 876300 h 876413"/>
              <a:gd name="connsiteX0" fmla="*/ 195263 w 357188"/>
              <a:gd name="connsiteY0" fmla="*/ 0 h 876413"/>
              <a:gd name="connsiteX1" fmla="*/ 109538 w 357188"/>
              <a:gd name="connsiteY1" fmla="*/ 257175 h 876413"/>
              <a:gd name="connsiteX2" fmla="*/ 135732 w 357188"/>
              <a:gd name="connsiteY2" fmla="*/ 354806 h 876413"/>
              <a:gd name="connsiteX3" fmla="*/ 221457 w 357188"/>
              <a:gd name="connsiteY3" fmla="*/ 326232 h 876413"/>
              <a:gd name="connsiteX4" fmla="*/ 171451 w 357188"/>
              <a:gd name="connsiteY4" fmla="*/ 288131 h 876413"/>
              <a:gd name="connsiteX5" fmla="*/ 52388 w 357188"/>
              <a:gd name="connsiteY5" fmla="*/ 314325 h 876413"/>
              <a:gd name="connsiteX6" fmla="*/ 4763 w 357188"/>
              <a:gd name="connsiteY6" fmla="*/ 419100 h 876413"/>
              <a:gd name="connsiteX7" fmla="*/ 0 w 357188"/>
              <a:gd name="connsiteY7" fmla="*/ 526256 h 876413"/>
              <a:gd name="connsiteX8" fmla="*/ 23813 w 357188"/>
              <a:gd name="connsiteY8" fmla="*/ 685800 h 876413"/>
              <a:gd name="connsiteX9" fmla="*/ 52388 w 357188"/>
              <a:gd name="connsiteY9" fmla="*/ 723900 h 876413"/>
              <a:gd name="connsiteX10" fmla="*/ 157163 w 357188"/>
              <a:gd name="connsiteY10" fmla="*/ 809625 h 876413"/>
              <a:gd name="connsiteX11" fmla="*/ 204788 w 357188"/>
              <a:gd name="connsiteY11" fmla="*/ 838200 h 876413"/>
              <a:gd name="connsiteX12" fmla="*/ 242888 w 357188"/>
              <a:gd name="connsiteY12" fmla="*/ 847725 h 876413"/>
              <a:gd name="connsiteX13" fmla="*/ 280988 w 357188"/>
              <a:gd name="connsiteY13" fmla="*/ 866775 h 876413"/>
              <a:gd name="connsiteX14" fmla="*/ 357188 w 357188"/>
              <a:gd name="connsiteY14" fmla="*/ 876300 h 876413"/>
              <a:gd name="connsiteX0" fmla="*/ 195582 w 357507"/>
              <a:gd name="connsiteY0" fmla="*/ 0 h 876413"/>
              <a:gd name="connsiteX1" fmla="*/ 109857 w 357507"/>
              <a:gd name="connsiteY1" fmla="*/ 257175 h 876413"/>
              <a:gd name="connsiteX2" fmla="*/ 136051 w 357507"/>
              <a:gd name="connsiteY2" fmla="*/ 354806 h 876413"/>
              <a:gd name="connsiteX3" fmla="*/ 221776 w 357507"/>
              <a:gd name="connsiteY3" fmla="*/ 326232 h 876413"/>
              <a:gd name="connsiteX4" fmla="*/ 171770 w 357507"/>
              <a:gd name="connsiteY4" fmla="*/ 288131 h 876413"/>
              <a:gd name="connsiteX5" fmla="*/ 52707 w 357507"/>
              <a:gd name="connsiteY5" fmla="*/ 314325 h 876413"/>
              <a:gd name="connsiteX6" fmla="*/ 5082 w 357507"/>
              <a:gd name="connsiteY6" fmla="*/ 419100 h 876413"/>
              <a:gd name="connsiteX7" fmla="*/ 319 w 357507"/>
              <a:gd name="connsiteY7" fmla="*/ 526256 h 876413"/>
              <a:gd name="connsiteX8" fmla="*/ 14607 w 357507"/>
              <a:gd name="connsiteY8" fmla="*/ 626269 h 876413"/>
              <a:gd name="connsiteX9" fmla="*/ 52707 w 357507"/>
              <a:gd name="connsiteY9" fmla="*/ 723900 h 876413"/>
              <a:gd name="connsiteX10" fmla="*/ 157482 w 357507"/>
              <a:gd name="connsiteY10" fmla="*/ 809625 h 876413"/>
              <a:gd name="connsiteX11" fmla="*/ 205107 w 357507"/>
              <a:gd name="connsiteY11" fmla="*/ 838200 h 876413"/>
              <a:gd name="connsiteX12" fmla="*/ 243207 w 357507"/>
              <a:gd name="connsiteY12" fmla="*/ 847725 h 876413"/>
              <a:gd name="connsiteX13" fmla="*/ 281307 w 357507"/>
              <a:gd name="connsiteY13" fmla="*/ 866775 h 876413"/>
              <a:gd name="connsiteX14" fmla="*/ 357507 w 357507"/>
              <a:gd name="connsiteY14" fmla="*/ 876300 h 876413"/>
              <a:gd name="connsiteX0" fmla="*/ 195582 w 357507"/>
              <a:gd name="connsiteY0" fmla="*/ 0 h 876413"/>
              <a:gd name="connsiteX1" fmla="*/ 109857 w 357507"/>
              <a:gd name="connsiteY1" fmla="*/ 257175 h 876413"/>
              <a:gd name="connsiteX2" fmla="*/ 136051 w 357507"/>
              <a:gd name="connsiteY2" fmla="*/ 354806 h 876413"/>
              <a:gd name="connsiteX3" fmla="*/ 221776 w 357507"/>
              <a:gd name="connsiteY3" fmla="*/ 326232 h 876413"/>
              <a:gd name="connsiteX4" fmla="*/ 171770 w 357507"/>
              <a:gd name="connsiteY4" fmla="*/ 288131 h 876413"/>
              <a:gd name="connsiteX5" fmla="*/ 52707 w 357507"/>
              <a:gd name="connsiteY5" fmla="*/ 314325 h 876413"/>
              <a:gd name="connsiteX6" fmla="*/ 5082 w 357507"/>
              <a:gd name="connsiteY6" fmla="*/ 419100 h 876413"/>
              <a:gd name="connsiteX7" fmla="*/ 319 w 357507"/>
              <a:gd name="connsiteY7" fmla="*/ 526256 h 876413"/>
              <a:gd name="connsiteX8" fmla="*/ 14607 w 357507"/>
              <a:gd name="connsiteY8" fmla="*/ 626269 h 876413"/>
              <a:gd name="connsiteX9" fmla="*/ 81282 w 357507"/>
              <a:gd name="connsiteY9" fmla="*/ 742950 h 876413"/>
              <a:gd name="connsiteX10" fmla="*/ 157482 w 357507"/>
              <a:gd name="connsiteY10" fmla="*/ 809625 h 876413"/>
              <a:gd name="connsiteX11" fmla="*/ 205107 w 357507"/>
              <a:gd name="connsiteY11" fmla="*/ 838200 h 876413"/>
              <a:gd name="connsiteX12" fmla="*/ 243207 w 357507"/>
              <a:gd name="connsiteY12" fmla="*/ 847725 h 876413"/>
              <a:gd name="connsiteX13" fmla="*/ 281307 w 357507"/>
              <a:gd name="connsiteY13" fmla="*/ 866775 h 876413"/>
              <a:gd name="connsiteX14" fmla="*/ 357507 w 357507"/>
              <a:gd name="connsiteY14" fmla="*/ 876300 h 876413"/>
              <a:gd name="connsiteX0" fmla="*/ 197349 w 359274"/>
              <a:gd name="connsiteY0" fmla="*/ 0 h 876413"/>
              <a:gd name="connsiteX1" fmla="*/ 111624 w 359274"/>
              <a:gd name="connsiteY1" fmla="*/ 257175 h 876413"/>
              <a:gd name="connsiteX2" fmla="*/ 137818 w 359274"/>
              <a:gd name="connsiteY2" fmla="*/ 354806 h 876413"/>
              <a:gd name="connsiteX3" fmla="*/ 223543 w 359274"/>
              <a:gd name="connsiteY3" fmla="*/ 326232 h 876413"/>
              <a:gd name="connsiteX4" fmla="*/ 173537 w 359274"/>
              <a:gd name="connsiteY4" fmla="*/ 288131 h 876413"/>
              <a:gd name="connsiteX5" fmla="*/ 54474 w 359274"/>
              <a:gd name="connsiteY5" fmla="*/ 314325 h 876413"/>
              <a:gd name="connsiteX6" fmla="*/ 6849 w 359274"/>
              <a:gd name="connsiteY6" fmla="*/ 419100 h 876413"/>
              <a:gd name="connsiteX7" fmla="*/ 2086 w 359274"/>
              <a:gd name="connsiteY7" fmla="*/ 526256 h 876413"/>
              <a:gd name="connsiteX8" fmla="*/ 16374 w 359274"/>
              <a:gd name="connsiteY8" fmla="*/ 626269 h 876413"/>
              <a:gd name="connsiteX9" fmla="*/ 159249 w 359274"/>
              <a:gd name="connsiteY9" fmla="*/ 809625 h 876413"/>
              <a:gd name="connsiteX10" fmla="*/ 206874 w 359274"/>
              <a:gd name="connsiteY10" fmla="*/ 838200 h 876413"/>
              <a:gd name="connsiteX11" fmla="*/ 244974 w 359274"/>
              <a:gd name="connsiteY11" fmla="*/ 847725 h 876413"/>
              <a:gd name="connsiteX12" fmla="*/ 283074 w 359274"/>
              <a:gd name="connsiteY12" fmla="*/ 866775 h 876413"/>
              <a:gd name="connsiteX13" fmla="*/ 359274 w 359274"/>
              <a:gd name="connsiteY13" fmla="*/ 876300 h 876413"/>
              <a:gd name="connsiteX0" fmla="*/ 195583 w 357508"/>
              <a:gd name="connsiteY0" fmla="*/ 0 h 876413"/>
              <a:gd name="connsiteX1" fmla="*/ 109858 w 357508"/>
              <a:gd name="connsiteY1" fmla="*/ 257175 h 876413"/>
              <a:gd name="connsiteX2" fmla="*/ 136052 w 357508"/>
              <a:gd name="connsiteY2" fmla="*/ 354806 h 876413"/>
              <a:gd name="connsiteX3" fmla="*/ 221777 w 357508"/>
              <a:gd name="connsiteY3" fmla="*/ 326232 h 876413"/>
              <a:gd name="connsiteX4" fmla="*/ 171771 w 357508"/>
              <a:gd name="connsiteY4" fmla="*/ 288131 h 876413"/>
              <a:gd name="connsiteX5" fmla="*/ 52708 w 357508"/>
              <a:gd name="connsiteY5" fmla="*/ 314325 h 876413"/>
              <a:gd name="connsiteX6" fmla="*/ 5083 w 357508"/>
              <a:gd name="connsiteY6" fmla="*/ 419100 h 876413"/>
              <a:gd name="connsiteX7" fmla="*/ 320 w 357508"/>
              <a:gd name="connsiteY7" fmla="*/ 526256 h 876413"/>
              <a:gd name="connsiteX8" fmla="*/ 14608 w 357508"/>
              <a:gd name="connsiteY8" fmla="*/ 626269 h 876413"/>
              <a:gd name="connsiteX9" fmla="*/ 71758 w 357508"/>
              <a:gd name="connsiteY9" fmla="*/ 719138 h 876413"/>
              <a:gd name="connsiteX10" fmla="*/ 205108 w 357508"/>
              <a:gd name="connsiteY10" fmla="*/ 838200 h 876413"/>
              <a:gd name="connsiteX11" fmla="*/ 243208 w 357508"/>
              <a:gd name="connsiteY11" fmla="*/ 847725 h 876413"/>
              <a:gd name="connsiteX12" fmla="*/ 281308 w 357508"/>
              <a:gd name="connsiteY12" fmla="*/ 866775 h 876413"/>
              <a:gd name="connsiteX13" fmla="*/ 357508 w 357508"/>
              <a:gd name="connsiteY13" fmla="*/ 876300 h 876413"/>
              <a:gd name="connsiteX0" fmla="*/ 195583 w 357508"/>
              <a:gd name="connsiteY0" fmla="*/ 0 h 876413"/>
              <a:gd name="connsiteX1" fmla="*/ 109858 w 357508"/>
              <a:gd name="connsiteY1" fmla="*/ 257175 h 876413"/>
              <a:gd name="connsiteX2" fmla="*/ 136052 w 357508"/>
              <a:gd name="connsiteY2" fmla="*/ 354806 h 876413"/>
              <a:gd name="connsiteX3" fmla="*/ 221777 w 357508"/>
              <a:gd name="connsiteY3" fmla="*/ 326232 h 876413"/>
              <a:gd name="connsiteX4" fmla="*/ 171771 w 357508"/>
              <a:gd name="connsiteY4" fmla="*/ 288131 h 876413"/>
              <a:gd name="connsiteX5" fmla="*/ 52708 w 357508"/>
              <a:gd name="connsiteY5" fmla="*/ 314325 h 876413"/>
              <a:gd name="connsiteX6" fmla="*/ 5083 w 357508"/>
              <a:gd name="connsiteY6" fmla="*/ 419100 h 876413"/>
              <a:gd name="connsiteX7" fmla="*/ 320 w 357508"/>
              <a:gd name="connsiteY7" fmla="*/ 526256 h 876413"/>
              <a:gd name="connsiteX8" fmla="*/ 14608 w 357508"/>
              <a:gd name="connsiteY8" fmla="*/ 626269 h 876413"/>
              <a:gd name="connsiteX9" fmla="*/ 71758 w 357508"/>
              <a:gd name="connsiteY9" fmla="*/ 719138 h 876413"/>
              <a:gd name="connsiteX10" fmla="*/ 147958 w 357508"/>
              <a:gd name="connsiteY10" fmla="*/ 792957 h 876413"/>
              <a:gd name="connsiteX11" fmla="*/ 243208 w 357508"/>
              <a:gd name="connsiteY11" fmla="*/ 847725 h 876413"/>
              <a:gd name="connsiteX12" fmla="*/ 281308 w 357508"/>
              <a:gd name="connsiteY12" fmla="*/ 866775 h 876413"/>
              <a:gd name="connsiteX13" fmla="*/ 357508 w 357508"/>
              <a:gd name="connsiteY13" fmla="*/ 876300 h 876413"/>
              <a:gd name="connsiteX0" fmla="*/ 195583 w 390845"/>
              <a:gd name="connsiteY0" fmla="*/ 0 h 900113"/>
              <a:gd name="connsiteX1" fmla="*/ 109858 w 390845"/>
              <a:gd name="connsiteY1" fmla="*/ 257175 h 900113"/>
              <a:gd name="connsiteX2" fmla="*/ 136052 w 390845"/>
              <a:gd name="connsiteY2" fmla="*/ 354806 h 900113"/>
              <a:gd name="connsiteX3" fmla="*/ 221777 w 390845"/>
              <a:gd name="connsiteY3" fmla="*/ 326232 h 900113"/>
              <a:gd name="connsiteX4" fmla="*/ 171771 w 390845"/>
              <a:gd name="connsiteY4" fmla="*/ 288131 h 900113"/>
              <a:gd name="connsiteX5" fmla="*/ 52708 w 390845"/>
              <a:gd name="connsiteY5" fmla="*/ 314325 h 900113"/>
              <a:gd name="connsiteX6" fmla="*/ 5083 w 390845"/>
              <a:gd name="connsiteY6" fmla="*/ 419100 h 900113"/>
              <a:gd name="connsiteX7" fmla="*/ 320 w 390845"/>
              <a:gd name="connsiteY7" fmla="*/ 526256 h 900113"/>
              <a:gd name="connsiteX8" fmla="*/ 14608 w 390845"/>
              <a:gd name="connsiteY8" fmla="*/ 626269 h 900113"/>
              <a:gd name="connsiteX9" fmla="*/ 71758 w 390845"/>
              <a:gd name="connsiteY9" fmla="*/ 719138 h 900113"/>
              <a:gd name="connsiteX10" fmla="*/ 147958 w 390845"/>
              <a:gd name="connsiteY10" fmla="*/ 792957 h 900113"/>
              <a:gd name="connsiteX11" fmla="*/ 243208 w 390845"/>
              <a:gd name="connsiteY11" fmla="*/ 847725 h 900113"/>
              <a:gd name="connsiteX12" fmla="*/ 281308 w 390845"/>
              <a:gd name="connsiteY12" fmla="*/ 866775 h 900113"/>
              <a:gd name="connsiteX13" fmla="*/ 390845 w 390845"/>
              <a:gd name="connsiteY13" fmla="*/ 900113 h 900113"/>
              <a:gd name="connsiteX0" fmla="*/ 195583 w 390845"/>
              <a:gd name="connsiteY0" fmla="*/ 0 h 900113"/>
              <a:gd name="connsiteX1" fmla="*/ 109858 w 390845"/>
              <a:gd name="connsiteY1" fmla="*/ 257175 h 900113"/>
              <a:gd name="connsiteX2" fmla="*/ 136052 w 390845"/>
              <a:gd name="connsiteY2" fmla="*/ 354806 h 900113"/>
              <a:gd name="connsiteX3" fmla="*/ 221777 w 390845"/>
              <a:gd name="connsiteY3" fmla="*/ 326232 h 900113"/>
              <a:gd name="connsiteX4" fmla="*/ 171771 w 390845"/>
              <a:gd name="connsiteY4" fmla="*/ 288131 h 900113"/>
              <a:gd name="connsiteX5" fmla="*/ 52708 w 390845"/>
              <a:gd name="connsiteY5" fmla="*/ 314325 h 900113"/>
              <a:gd name="connsiteX6" fmla="*/ 5083 w 390845"/>
              <a:gd name="connsiteY6" fmla="*/ 419100 h 900113"/>
              <a:gd name="connsiteX7" fmla="*/ 320 w 390845"/>
              <a:gd name="connsiteY7" fmla="*/ 526256 h 900113"/>
              <a:gd name="connsiteX8" fmla="*/ 14608 w 390845"/>
              <a:gd name="connsiteY8" fmla="*/ 626269 h 900113"/>
              <a:gd name="connsiteX9" fmla="*/ 71758 w 390845"/>
              <a:gd name="connsiteY9" fmla="*/ 719138 h 900113"/>
              <a:gd name="connsiteX10" fmla="*/ 147958 w 390845"/>
              <a:gd name="connsiteY10" fmla="*/ 792957 h 900113"/>
              <a:gd name="connsiteX11" fmla="*/ 231301 w 390845"/>
              <a:gd name="connsiteY11" fmla="*/ 847725 h 900113"/>
              <a:gd name="connsiteX12" fmla="*/ 281308 w 390845"/>
              <a:gd name="connsiteY12" fmla="*/ 866775 h 900113"/>
              <a:gd name="connsiteX13" fmla="*/ 390845 w 390845"/>
              <a:gd name="connsiteY13" fmla="*/ 900113 h 900113"/>
              <a:gd name="connsiteX0" fmla="*/ 195583 w 390845"/>
              <a:gd name="connsiteY0" fmla="*/ 0 h 900113"/>
              <a:gd name="connsiteX1" fmla="*/ 109858 w 390845"/>
              <a:gd name="connsiteY1" fmla="*/ 257175 h 900113"/>
              <a:gd name="connsiteX2" fmla="*/ 136052 w 390845"/>
              <a:gd name="connsiteY2" fmla="*/ 354806 h 900113"/>
              <a:gd name="connsiteX3" fmla="*/ 221777 w 390845"/>
              <a:gd name="connsiteY3" fmla="*/ 326232 h 900113"/>
              <a:gd name="connsiteX4" fmla="*/ 171771 w 390845"/>
              <a:gd name="connsiteY4" fmla="*/ 288131 h 900113"/>
              <a:gd name="connsiteX5" fmla="*/ 52708 w 390845"/>
              <a:gd name="connsiteY5" fmla="*/ 314325 h 900113"/>
              <a:gd name="connsiteX6" fmla="*/ 5083 w 390845"/>
              <a:gd name="connsiteY6" fmla="*/ 419100 h 900113"/>
              <a:gd name="connsiteX7" fmla="*/ 320 w 390845"/>
              <a:gd name="connsiteY7" fmla="*/ 526256 h 900113"/>
              <a:gd name="connsiteX8" fmla="*/ 14608 w 390845"/>
              <a:gd name="connsiteY8" fmla="*/ 626269 h 900113"/>
              <a:gd name="connsiteX9" fmla="*/ 71758 w 390845"/>
              <a:gd name="connsiteY9" fmla="*/ 719138 h 900113"/>
              <a:gd name="connsiteX10" fmla="*/ 147958 w 390845"/>
              <a:gd name="connsiteY10" fmla="*/ 792957 h 900113"/>
              <a:gd name="connsiteX11" fmla="*/ 231301 w 390845"/>
              <a:gd name="connsiteY11" fmla="*/ 847725 h 900113"/>
              <a:gd name="connsiteX12" fmla="*/ 312265 w 390845"/>
              <a:gd name="connsiteY12" fmla="*/ 878681 h 900113"/>
              <a:gd name="connsiteX13" fmla="*/ 390845 w 390845"/>
              <a:gd name="connsiteY13" fmla="*/ 900113 h 900113"/>
              <a:gd name="connsiteX0" fmla="*/ 195583 w 390845"/>
              <a:gd name="connsiteY0" fmla="*/ 0 h 900113"/>
              <a:gd name="connsiteX1" fmla="*/ 109858 w 390845"/>
              <a:gd name="connsiteY1" fmla="*/ 257175 h 900113"/>
              <a:gd name="connsiteX2" fmla="*/ 136052 w 390845"/>
              <a:gd name="connsiteY2" fmla="*/ 354806 h 900113"/>
              <a:gd name="connsiteX3" fmla="*/ 221777 w 390845"/>
              <a:gd name="connsiteY3" fmla="*/ 326232 h 900113"/>
              <a:gd name="connsiteX4" fmla="*/ 171771 w 390845"/>
              <a:gd name="connsiteY4" fmla="*/ 288131 h 900113"/>
              <a:gd name="connsiteX5" fmla="*/ 52708 w 390845"/>
              <a:gd name="connsiteY5" fmla="*/ 314325 h 900113"/>
              <a:gd name="connsiteX6" fmla="*/ 5083 w 390845"/>
              <a:gd name="connsiteY6" fmla="*/ 419100 h 900113"/>
              <a:gd name="connsiteX7" fmla="*/ 320 w 390845"/>
              <a:gd name="connsiteY7" fmla="*/ 526256 h 900113"/>
              <a:gd name="connsiteX8" fmla="*/ 14608 w 390845"/>
              <a:gd name="connsiteY8" fmla="*/ 626269 h 900113"/>
              <a:gd name="connsiteX9" fmla="*/ 71758 w 390845"/>
              <a:gd name="connsiteY9" fmla="*/ 719138 h 900113"/>
              <a:gd name="connsiteX10" fmla="*/ 147958 w 390845"/>
              <a:gd name="connsiteY10" fmla="*/ 792957 h 900113"/>
              <a:gd name="connsiteX11" fmla="*/ 231301 w 390845"/>
              <a:gd name="connsiteY11" fmla="*/ 847725 h 900113"/>
              <a:gd name="connsiteX12" fmla="*/ 390845 w 390845"/>
              <a:gd name="connsiteY12" fmla="*/ 900113 h 900113"/>
              <a:gd name="connsiteX0" fmla="*/ 195583 w 390845"/>
              <a:gd name="connsiteY0" fmla="*/ 0 h 900113"/>
              <a:gd name="connsiteX1" fmla="*/ 121765 w 390845"/>
              <a:gd name="connsiteY1" fmla="*/ 247650 h 900113"/>
              <a:gd name="connsiteX2" fmla="*/ 136052 w 390845"/>
              <a:gd name="connsiteY2" fmla="*/ 354806 h 900113"/>
              <a:gd name="connsiteX3" fmla="*/ 221777 w 390845"/>
              <a:gd name="connsiteY3" fmla="*/ 326232 h 900113"/>
              <a:gd name="connsiteX4" fmla="*/ 171771 w 390845"/>
              <a:gd name="connsiteY4" fmla="*/ 288131 h 900113"/>
              <a:gd name="connsiteX5" fmla="*/ 52708 w 390845"/>
              <a:gd name="connsiteY5" fmla="*/ 314325 h 900113"/>
              <a:gd name="connsiteX6" fmla="*/ 5083 w 390845"/>
              <a:gd name="connsiteY6" fmla="*/ 419100 h 900113"/>
              <a:gd name="connsiteX7" fmla="*/ 320 w 390845"/>
              <a:gd name="connsiteY7" fmla="*/ 526256 h 900113"/>
              <a:gd name="connsiteX8" fmla="*/ 14608 w 390845"/>
              <a:gd name="connsiteY8" fmla="*/ 626269 h 900113"/>
              <a:gd name="connsiteX9" fmla="*/ 71758 w 390845"/>
              <a:gd name="connsiteY9" fmla="*/ 719138 h 900113"/>
              <a:gd name="connsiteX10" fmla="*/ 147958 w 390845"/>
              <a:gd name="connsiteY10" fmla="*/ 792957 h 900113"/>
              <a:gd name="connsiteX11" fmla="*/ 231301 w 390845"/>
              <a:gd name="connsiteY11" fmla="*/ 847725 h 900113"/>
              <a:gd name="connsiteX12" fmla="*/ 390845 w 390845"/>
              <a:gd name="connsiteY12" fmla="*/ 900113 h 900113"/>
              <a:gd name="connsiteX0" fmla="*/ 195583 w 390845"/>
              <a:gd name="connsiteY0" fmla="*/ 0 h 900113"/>
              <a:gd name="connsiteX1" fmla="*/ 136052 w 390845"/>
              <a:gd name="connsiteY1" fmla="*/ 354806 h 900113"/>
              <a:gd name="connsiteX2" fmla="*/ 221777 w 390845"/>
              <a:gd name="connsiteY2" fmla="*/ 326232 h 900113"/>
              <a:gd name="connsiteX3" fmla="*/ 171771 w 390845"/>
              <a:gd name="connsiteY3" fmla="*/ 288131 h 900113"/>
              <a:gd name="connsiteX4" fmla="*/ 52708 w 390845"/>
              <a:gd name="connsiteY4" fmla="*/ 314325 h 900113"/>
              <a:gd name="connsiteX5" fmla="*/ 5083 w 390845"/>
              <a:gd name="connsiteY5" fmla="*/ 419100 h 900113"/>
              <a:gd name="connsiteX6" fmla="*/ 320 w 390845"/>
              <a:gd name="connsiteY6" fmla="*/ 526256 h 900113"/>
              <a:gd name="connsiteX7" fmla="*/ 14608 w 390845"/>
              <a:gd name="connsiteY7" fmla="*/ 626269 h 900113"/>
              <a:gd name="connsiteX8" fmla="*/ 71758 w 390845"/>
              <a:gd name="connsiteY8" fmla="*/ 719138 h 900113"/>
              <a:gd name="connsiteX9" fmla="*/ 147958 w 390845"/>
              <a:gd name="connsiteY9" fmla="*/ 792957 h 900113"/>
              <a:gd name="connsiteX10" fmla="*/ 231301 w 390845"/>
              <a:gd name="connsiteY10" fmla="*/ 847725 h 900113"/>
              <a:gd name="connsiteX11" fmla="*/ 390845 w 390845"/>
              <a:gd name="connsiteY11" fmla="*/ 900113 h 900113"/>
              <a:gd name="connsiteX0" fmla="*/ 102714 w 390845"/>
              <a:gd name="connsiteY0" fmla="*/ 0 h 892970"/>
              <a:gd name="connsiteX1" fmla="*/ 136052 w 390845"/>
              <a:gd name="connsiteY1" fmla="*/ 347663 h 892970"/>
              <a:gd name="connsiteX2" fmla="*/ 221777 w 390845"/>
              <a:gd name="connsiteY2" fmla="*/ 319089 h 892970"/>
              <a:gd name="connsiteX3" fmla="*/ 171771 w 390845"/>
              <a:gd name="connsiteY3" fmla="*/ 280988 h 892970"/>
              <a:gd name="connsiteX4" fmla="*/ 52708 w 390845"/>
              <a:gd name="connsiteY4" fmla="*/ 307182 h 892970"/>
              <a:gd name="connsiteX5" fmla="*/ 5083 w 390845"/>
              <a:gd name="connsiteY5" fmla="*/ 411957 h 892970"/>
              <a:gd name="connsiteX6" fmla="*/ 320 w 390845"/>
              <a:gd name="connsiteY6" fmla="*/ 519113 h 892970"/>
              <a:gd name="connsiteX7" fmla="*/ 14608 w 390845"/>
              <a:gd name="connsiteY7" fmla="*/ 619126 h 892970"/>
              <a:gd name="connsiteX8" fmla="*/ 71758 w 390845"/>
              <a:gd name="connsiteY8" fmla="*/ 711995 h 892970"/>
              <a:gd name="connsiteX9" fmla="*/ 147958 w 390845"/>
              <a:gd name="connsiteY9" fmla="*/ 785814 h 892970"/>
              <a:gd name="connsiteX10" fmla="*/ 231301 w 390845"/>
              <a:gd name="connsiteY10" fmla="*/ 840582 h 892970"/>
              <a:gd name="connsiteX11" fmla="*/ 390845 w 390845"/>
              <a:gd name="connsiteY11" fmla="*/ 892970 h 892970"/>
              <a:gd name="connsiteX0" fmla="*/ 102714 w 390845"/>
              <a:gd name="connsiteY0" fmla="*/ 0 h 892970"/>
              <a:gd name="connsiteX1" fmla="*/ 136052 w 390845"/>
              <a:gd name="connsiteY1" fmla="*/ 347663 h 892970"/>
              <a:gd name="connsiteX2" fmla="*/ 383702 w 390845"/>
              <a:gd name="connsiteY2" fmla="*/ 354808 h 892970"/>
              <a:gd name="connsiteX3" fmla="*/ 171771 w 390845"/>
              <a:gd name="connsiteY3" fmla="*/ 280988 h 892970"/>
              <a:gd name="connsiteX4" fmla="*/ 52708 w 390845"/>
              <a:gd name="connsiteY4" fmla="*/ 307182 h 892970"/>
              <a:gd name="connsiteX5" fmla="*/ 5083 w 390845"/>
              <a:gd name="connsiteY5" fmla="*/ 411957 h 892970"/>
              <a:gd name="connsiteX6" fmla="*/ 320 w 390845"/>
              <a:gd name="connsiteY6" fmla="*/ 519113 h 892970"/>
              <a:gd name="connsiteX7" fmla="*/ 14608 w 390845"/>
              <a:gd name="connsiteY7" fmla="*/ 619126 h 892970"/>
              <a:gd name="connsiteX8" fmla="*/ 71758 w 390845"/>
              <a:gd name="connsiteY8" fmla="*/ 711995 h 892970"/>
              <a:gd name="connsiteX9" fmla="*/ 147958 w 390845"/>
              <a:gd name="connsiteY9" fmla="*/ 785814 h 892970"/>
              <a:gd name="connsiteX10" fmla="*/ 231301 w 390845"/>
              <a:gd name="connsiteY10" fmla="*/ 840582 h 892970"/>
              <a:gd name="connsiteX11" fmla="*/ 390845 w 390845"/>
              <a:gd name="connsiteY11" fmla="*/ 892970 h 892970"/>
              <a:gd name="connsiteX0" fmla="*/ 102714 w 390845"/>
              <a:gd name="connsiteY0" fmla="*/ 0 h 892970"/>
              <a:gd name="connsiteX1" fmla="*/ 136052 w 390845"/>
              <a:gd name="connsiteY1" fmla="*/ 347663 h 892970"/>
              <a:gd name="connsiteX2" fmla="*/ 383702 w 390845"/>
              <a:gd name="connsiteY2" fmla="*/ 354808 h 892970"/>
              <a:gd name="connsiteX3" fmla="*/ 197965 w 390845"/>
              <a:gd name="connsiteY3" fmla="*/ 185738 h 892970"/>
              <a:gd name="connsiteX4" fmla="*/ 52708 w 390845"/>
              <a:gd name="connsiteY4" fmla="*/ 307182 h 892970"/>
              <a:gd name="connsiteX5" fmla="*/ 5083 w 390845"/>
              <a:gd name="connsiteY5" fmla="*/ 411957 h 892970"/>
              <a:gd name="connsiteX6" fmla="*/ 320 w 390845"/>
              <a:gd name="connsiteY6" fmla="*/ 519113 h 892970"/>
              <a:gd name="connsiteX7" fmla="*/ 14608 w 390845"/>
              <a:gd name="connsiteY7" fmla="*/ 619126 h 892970"/>
              <a:gd name="connsiteX8" fmla="*/ 71758 w 390845"/>
              <a:gd name="connsiteY8" fmla="*/ 711995 h 892970"/>
              <a:gd name="connsiteX9" fmla="*/ 147958 w 390845"/>
              <a:gd name="connsiteY9" fmla="*/ 785814 h 892970"/>
              <a:gd name="connsiteX10" fmla="*/ 231301 w 390845"/>
              <a:gd name="connsiteY10" fmla="*/ 840582 h 892970"/>
              <a:gd name="connsiteX11" fmla="*/ 390845 w 390845"/>
              <a:gd name="connsiteY11" fmla="*/ 892970 h 892970"/>
              <a:gd name="connsiteX0" fmla="*/ 102714 w 390845"/>
              <a:gd name="connsiteY0" fmla="*/ 0 h 892970"/>
              <a:gd name="connsiteX1" fmla="*/ 102715 w 390845"/>
              <a:gd name="connsiteY1" fmla="*/ 397669 h 892970"/>
              <a:gd name="connsiteX2" fmla="*/ 383702 w 390845"/>
              <a:gd name="connsiteY2" fmla="*/ 354808 h 892970"/>
              <a:gd name="connsiteX3" fmla="*/ 197965 w 390845"/>
              <a:gd name="connsiteY3" fmla="*/ 185738 h 892970"/>
              <a:gd name="connsiteX4" fmla="*/ 52708 w 390845"/>
              <a:gd name="connsiteY4" fmla="*/ 307182 h 892970"/>
              <a:gd name="connsiteX5" fmla="*/ 5083 w 390845"/>
              <a:gd name="connsiteY5" fmla="*/ 411957 h 892970"/>
              <a:gd name="connsiteX6" fmla="*/ 320 w 390845"/>
              <a:gd name="connsiteY6" fmla="*/ 519113 h 892970"/>
              <a:gd name="connsiteX7" fmla="*/ 14608 w 390845"/>
              <a:gd name="connsiteY7" fmla="*/ 619126 h 892970"/>
              <a:gd name="connsiteX8" fmla="*/ 71758 w 390845"/>
              <a:gd name="connsiteY8" fmla="*/ 711995 h 892970"/>
              <a:gd name="connsiteX9" fmla="*/ 147958 w 390845"/>
              <a:gd name="connsiteY9" fmla="*/ 785814 h 892970"/>
              <a:gd name="connsiteX10" fmla="*/ 231301 w 390845"/>
              <a:gd name="connsiteY10" fmla="*/ 840582 h 892970"/>
              <a:gd name="connsiteX11" fmla="*/ 390845 w 390845"/>
              <a:gd name="connsiteY11" fmla="*/ 892970 h 892970"/>
              <a:gd name="connsiteX0" fmla="*/ 102714 w 510626"/>
              <a:gd name="connsiteY0" fmla="*/ 0 h 892970"/>
              <a:gd name="connsiteX1" fmla="*/ 102715 w 510626"/>
              <a:gd name="connsiteY1" fmla="*/ 397669 h 892970"/>
              <a:gd name="connsiteX2" fmla="*/ 509908 w 510626"/>
              <a:gd name="connsiteY2" fmla="*/ 404815 h 892970"/>
              <a:gd name="connsiteX3" fmla="*/ 197965 w 510626"/>
              <a:gd name="connsiteY3" fmla="*/ 185738 h 892970"/>
              <a:gd name="connsiteX4" fmla="*/ 52708 w 510626"/>
              <a:gd name="connsiteY4" fmla="*/ 307182 h 892970"/>
              <a:gd name="connsiteX5" fmla="*/ 5083 w 510626"/>
              <a:gd name="connsiteY5" fmla="*/ 411957 h 892970"/>
              <a:gd name="connsiteX6" fmla="*/ 320 w 510626"/>
              <a:gd name="connsiteY6" fmla="*/ 519113 h 892970"/>
              <a:gd name="connsiteX7" fmla="*/ 14608 w 510626"/>
              <a:gd name="connsiteY7" fmla="*/ 619126 h 892970"/>
              <a:gd name="connsiteX8" fmla="*/ 71758 w 510626"/>
              <a:gd name="connsiteY8" fmla="*/ 711995 h 892970"/>
              <a:gd name="connsiteX9" fmla="*/ 147958 w 510626"/>
              <a:gd name="connsiteY9" fmla="*/ 785814 h 892970"/>
              <a:gd name="connsiteX10" fmla="*/ 231301 w 510626"/>
              <a:gd name="connsiteY10" fmla="*/ 840582 h 892970"/>
              <a:gd name="connsiteX11" fmla="*/ 390845 w 510626"/>
              <a:gd name="connsiteY11" fmla="*/ 892970 h 892970"/>
              <a:gd name="connsiteX0" fmla="*/ 102714 w 515770"/>
              <a:gd name="connsiteY0" fmla="*/ 0 h 892970"/>
              <a:gd name="connsiteX1" fmla="*/ 102715 w 515770"/>
              <a:gd name="connsiteY1" fmla="*/ 397669 h 892970"/>
              <a:gd name="connsiteX2" fmla="*/ 509908 w 515770"/>
              <a:gd name="connsiteY2" fmla="*/ 404815 h 892970"/>
              <a:gd name="connsiteX3" fmla="*/ 324171 w 515770"/>
              <a:gd name="connsiteY3" fmla="*/ 211931 h 892970"/>
              <a:gd name="connsiteX4" fmla="*/ 52708 w 515770"/>
              <a:gd name="connsiteY4" fmla="*/ 307182 h 892970"/>
              <a:gd name="connsiteX5" fmla="*/ 5083 w 515770"/>
              <a:gd name="connsiteY5" fmla="*/ 411957 h 892970"/>
              <a:gd name="connsiteX6" fmla="*/ 320 w 515770"/>
              <a:gd name="connsiteY6" fmla="*/ 519113 h 892970"/>
              <a:gd name="connsiteX7" fmla="*/ 14608 w 515770"/>
              <a:gd name="connsiteY7" fmla="*/ 619126 h 892970"/>
              <a:gd name="connsiteX8" fmla="*/ 71758 w 515770"/>
              <a:gd name="connsiteY8" fmla="*/ 711995 h 892970"/>
              <a:gd name="connsiteX9" fmla="*/ 147958 w 515770"/>
              <a:gd name="connsiteY9" fmla="*/ 785814 h 892970"/>
              <a:gd name="connsiteX10" fmla="*/ 231301 w 515770"/>
              <a:gd name="connsiteY10" fmla="*/ 840582 h 892970"/>
              <a:gd name="connsiteX11" fmla="*/ 390845 w 515770"/>
              <a:gd name="connsiteY11" fmla="*/ 892970 h 892970"/>
              <a:gd name="connsiteX0" fmla="*/ 102714 w 510987"/>
              <a:gd name="connsiteY0" fmla="*/ 0 h 892970"/>
              <a:gd name="connsiteX1" fmla="*/ 240827 w 510987"/>
              <a:gd name="connsiteY1" fmla="*/ 461963 h 892970"/>
              <a:gd name="connsiteX2" fmla="*/ 509908 w 510987"/>
              <a:gd name="connsiteY2" fmla="*/ 404815 h 892970"/>
              <a:gd name="connsiteX3" fmla="*/ 324171 w 510987"/>
              <a:gd name="connsiteY3" fmla="*/ 211931 h 892970"/>
              <a:gd name="connsiteX4" fmla="*/ 52708 w 510987"/>
              <a:gd name="connsiteY4" fmla="*/ 307182 h 892970"/>
              <a:gd name="connsiteX5" fmla="*/ 5083 w 510987"/>
              <a:gd name="connsiteY5" fmla="*/ 411957 h 892970"/>
              <a:gd name="connsiteX6" fmla="*/ 320 w 510987"/>
              <a:gd name="connsiteY6" fmla="*/ 519113 h 892970"/>
              <a:gd name="connsiteX7" fmla="*/ 14608 w 510987"/>
              <a:gd name="connsiteY7" fmla="*/ 619126 h 892970"/>
              <a:gd name="connsiteX8" fmla="*/ 71758 w 510987"/>
              <a:gd name="connsiteY8" fmla="*/ 711995 h 892970"/>
              <a:gd name="connsiteX9" fmla="*/ 147958 w 510987"/>
              <a:gd name="connsiteY9" fmla="*/ 785814 h 892970"/>
              <a:gd name="connsiteX10" fmla="*/ 231301 w 510987"/>
              <a:gd name="connsiteY10" fmla="*/ 840582 h 892970"/>
              <a:gd name="connsiteX11" fmla="*/ 390845 w 510987"/>
              <a:gd name="connsiteY11" fmla="*/ 892970 h 892970"/>
              <a:gd name="connsiteX0" fmla="*/ 102714 w 511537"/>
              <a:gd name="connsiteY0" fmla="*/ 0 h 892970"/>
              <a:gd name="connsiteX1" fmla="*/ 219396 w 511537"/>
              <a:gd name="connsiteY1" fmla="*/ 442913 h 892970"/>
              <a:gd name="connsiteX2" fmla="*/ 509908 w 511537"/>
              <a:gd name="connsiteY2" fmla="*/ 404815 h 892970"/>
              <a:gd name="connsiteX3" fmla="*/ 324171 w 511537"/>
              <a:gd name="connsiteY3" fmla="*/ 211931 h 892970"/>
              <a:gd name="connsiteX4" fmla="*/ 52708 w 511537"/>
              <a:gd name="connsiteY4" fmla="*/ 307182 h 892970"/>
              <a:gd name="connsiteX5" fmla="*/ 5083 w 511537"/>
              <a:gd name="connsiteY5" fmla="*/ 411957 h 892970"/>
              <a:gd name="connsiteX6" fmla="*/ 320 w 511537"/>
              <a:gd name="connsiteY6" fmla="*/ 519113 h 892970"/>
              <a:gd name="connsiteX7" fmla="*/ 14608 w 511537"/>
              <a:gd name="connsiteY7" fmla="*/ 619126 h 892970"/>
              <a:gd name="connsiteX8" fmla="*/ 71758 w 511537"/>
              <a:gd name="connsiteY8" fmla="*/ 711995 h 892970"/>
              <a:gd name="connsiteX9" fmla="*/ 147958 w 511537"/>
              <a:gd name="connsiteY9" fmla="*/ 785814 h 892970"/>
              <a:gd name="connsiteX10" fmla="*/ 231301 w 511537"/>
              <a:gd name="connsiteY10" fmla="*/ 840582 h 892970"/>
              <a:gd name="connsiteX11" fmla="*/ 390845 w 511537"/>
              <a:gd name="connsiteY11" fmla="*/ 892970 h 892970"/>
              <a:gd name="connsiteX0" fmla="*/ 102714 w 478596"/>
              <a:gd name="connsiteY0" fmla="*/ 0 h 892970"/>
              <a:gd name="connsiteX1" fmla="*/ 219396 w 478596"/>
              <a:gd name="connsiteY1" fmla="*/ 442913 h 892970"/>
              <a:gd name="connsiteX2" fmla="*/ 476571 w 478596"/>
              <a:gd name="connsiteY2" fmla="*/ 404815 h 892970"/>
              <a:gd name="connsiteX3" fmla="*/ 324171 w 478596"/>
              <a:gd name="connsiteY3" fmla="*/ 211931 h 892970"/>
              <a:gd name="connsiteX4" fmla="*/ 52708 w 478596"/>
              <a:gd name="connsiteY4" fmla="*/ 307182 h 892970"/>
              <a:gd name="connsiteX5" fmla="*/ 5083 w 478596"/>
              <a:gd name="connsiteY5" fmla="*/ 411957 h 892970"/>
              <a:gd name="connsiteX6" fmla="*/ 320 w 478596"/>
              <a:gd name="connsiteY6" fmla="*/ 519113 h 892970"/>
              <a:gd name="connsiteX7" fmla="*/ 14608 w 478596"/>
              <a:gd name="connsiteY7" fmla="*/ 619126 h 892970"/>
              <a:gd name="connsiteX8" fmla="*/ 71758 w 478596"/>
              <a:gd name="connsiteY8" fmla="*/ 711995 h 892970"/>
              <a:gd name="connsiteX9" fmla="*/ 147958 w 478596"/>
              <a:gd name="connsiteY9" fmla="*/ 785814 h 892970"/>
              <a:gd name="connsiteX10" fmla="*/ 231301 w 478596"/>
              <a:gd name="connsiteY10" fmla="*/ 840582 h 892970"/>
              <a:gd name="connsiteX11" fmla="*/ 390845 w 478596"/>
              <a:gd name="connsiteY11" fmla="*/ 892970 h 892970"/>
              <a:gd name="connsiteX0" fmla="*/ 102714 w 485582"/>
              <a:gd name="connsiteY0" fmla="*/ 0 h 892970"/>
              <a:gd name="connsiteX1" fmla="*/ 219396 w 485582"/>
              <a:gd name="connsiteY1" fmla="*/ 442913 h 892970"/>
              <a:gd name="connsiteX2" fmla="*/ 476571 w 485582"/>
              <a:gd name="connsiteY2" fmla="*/ 404815 h 892970"/>
              <a:gd name="connsiteX3" fmla="*/ 324171 w 485582"/>
              <a:gd name="connsiteY3" fmla="*/ 211931 h 892970"/>
              <a:gd name="connsiteX4" fmla="*/ 52708 w 485582"/>
              <a:gd name="connsiteY4" fmla="*/ 307182 h 892970"/>
              <a:gd name="connsiteX5" fmla="*/ 5083 w 485582"/>
              <a:gd name="connsiteY5" fmla="*/ 411957 h 892970"/>
              <a:gd name="connsiteX6" fmla="*/ 320 w 485582"/>
              <a:gd name="connsiteY6" fmla="*/ 519113 h 892970"/>
              <a:gd name="connsiteX7" fmla="*/ 14608 w 485582"/>
              <a:gd name="connsiteY7" fmla="*/ 619126 h 892970"/>
              <a:gd name="connsiteX8" fmla="*/ 71758 w 485582"/>
              <a:gd name="connsiteY8" fmla="*/ 711995 h 892970"/>
              <a:gd name="connsiteX9" fmla="*/ 147958 w 485582"/>
              <a:gd name="connsiteY9" fmla="*/ 785814 h 892970"/>
              <a:gd name="connsiteX10" fmla="*/ 231301 w 485582"/>
              <a:gd name="connsiteY10" fmla="*/ 840582 h 892970"/>
              <a:gd name="connsiteX11" fmla="*/ 390845 w 485582"/>
              <a:gd name="connsiteY11" fmla="*/ 892970 h 892970"/>
              <a:gd name="connsiteX0" fmla="*/ 102714 w 487693"/>
              <a:gd name="connsiteY0" fmla="*/ 0 h 892970"/>
              <a:gd name="connsiteX1" fmla="*/ 219396 w 487693"/>
              <a:gd name="connsiteY1" fmla="*/ 442913 h 892970"/>
              <a:gd name="connsiteX2" fmla="*/ 476571 w 487693"/>
              <a:gd name="connsiteY2" fmla="*/ 404815 h 892970"/>
              <a:gd name="connsiteX3" fmla="*/ 324171 w 487693"/>
              <a:gd name="connsiteY3" fmla="*/ 211931 h 892970"/>
              <a:gd name="connsiteX4" fmla="*/ 52708 w 487693"/>
              <a:gd name="connsiteY4" fmla="*/ 307182 h 892970"/>
              <a:gd name="connsiteX5" fmla="*/ 5083 w 487693"/>
              <a:gd name="connsiteY5" fmla="*/ 411957 h 892970"/>
              <a:gd name="connsiteX6" fmla="*/ 320 w 487693"/>
              <a:gd name="connsiteY6" fmla="*/ 519113 h 892970"/>
              <a:gd name="connsiteX7" fmla="*/ 14608 w 487693"/>
              <a:gd name="connsiteY7" fmla="*/ 619126 h 892970"/>
              <a:gd name="connsiteX8" fmla="*/ 71758 w 487693"/>
              <a:gd name="connsiteY8" fmla="*/ 711995 h 892970"/>
              <a:gd name="connsiteX9" fmla="*/ 147958 w 487693"/>
              <a:gd name="connsiteY9" fmla="*/ 785814 h 892970"/>
              <a:gd name="connsiteX10" fmla="*/ 231301 w 487693"/>
              <a:gd name="connsiteY10" fmla="*/ 840582 h 892970"/>
              <a:gd name="connsiteX11" fmla="*/ 390845 w 487693"/>
              <a:gd name="connsiteY11" fmla="*/ 892970 h 892970"/>
              <a:gd name="connsiteX0" fmla="*/ 102714 w 487483"/>
              <a:gd name="connsiteY0" fmla="*/ 0 h 892970"/>
              <a:gd name="connsiteX1" fmla="*/ 219396 w 487483"/>
              <a:gd name="connsiteY1" fmla="*/ 442913 h 892970"/>
              <a:gd name="connsiteX2" fmla="*/ 476571 w 487483"/>
              <a:gd name="connsiteY2" fmla="*/ 404815 h 892970"/>
              <a:gd name="connsiteX3" fmla="*/ 324171 w 487483"/>
              <a:gd name="connsiteY3" fmla="*/ 211931 h 892970"/>
              <a:gd name="connsiteX4" fmla="*/ 74139 w 487483"/>
              <a:gd name="connsiteY4" fmla="*/ 307182 h 892970"/>
              <a:gd name="connsiteX5" fmla="*/ 5083 w 487483"/>
              <a:gd name="connsiteY5" fmla="*/ 411957 h 892970"/>
              <a:gd name="connsiteX6" fmla="*/ 320 w 487483"/>
              <a:gd name="connsiteY6" fmla="*/ 519113 h 892970"/>
              <a:gd name="connsiteX7" fmla="*/ 14608 w 487483"/>
              <a:gd name="connsiteY7" fmla="*/ 619126 h 892970"/>
              <a:gd name="connsiteX8" fmla="*/ 71758 w 487483"/>
              <a:gd name="connsiteY8" fmla="*/ 711995 h 892970"/>
              <a:gd name="connsiteX9" fmla="*/ 147958 w 487483"/>
              <a:gd name="connsiteY9" fmla="*/ 785814 h 892970"/>
              <a:gd name="connsiteX10" fmla="*/ 231301 w 487483"/>
              <a:gd name="connsiteY10" fmla="*/ 840582 h 892970"/>
              <a:gd name="connsiteX11" fmla="*/ 390845 w 487483"/>
              <a:gd name="connsiteY11" fmla="*/ 892970 h 892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7483" h="892970">
                <a:moveTo>
                  <a:pt x="102714" y="0"/>
                </a:moveTo>
                <a:cubicBezTo>
                  <a:pt x="90312" y="73918"/>
                  <a:pt x="157087" y="375444"/>
                  <a:pt x="219396" y="442913"/>
                </a:cubicBezTo>
                <a:cubicBezTo>
                  <a:pt x="281705" y="510382"/>
                  <a:pt x="424646" y="510532"/>
                  <a:pt x="476571" y="404815"/>
                </a:cubicBezTo>
                <a:cubicBezTo>
                  <a:pt x="526773" y="302606"/>
                  <a:pt x="391243" y="228203"/>
                  <a:pt x="324171" y="211931"/>
                </a:cubicBezTo>
                <a:cubicBezTo>
                  <a:pt x="257099" y="195659"/>
                  <a:pt x="127320" y="273844"/>
                  <a:pt x="74139" y="307182"/>
                </a:cubicBezTo>
                <a:cubicBezTo>
                  <a:pt x="20958" y="340520"/>
                  <a:pt x="14608" y="388145"/>
                  <a:pt x="5083" y="411957"/>
                </a:cubicBezTo>
                <a:cubicBezTo>
                  <a:pt x="3495" y="447676"/>
                  <a:pt x="-1267" y="484585"/>
                  <a:pt x="320" y="519113"/>
                </a:cubicBezTo>
                <a:cubicBezTo>
                  <a:pt x="1907" y="553641"/>
                  <a:pt x="2702" y="586979"/>
                  <a:pt x="14608" y="619126"/>
                </a:cubicBezTo>
                <a:cubicBezTo>
                  <a:pt x="26514" y="651273"/>
                  <a:pt x="49533" y="684214"/>
                  <a:pt x="71758" y="711995"/>
                </a:cubicBezTo>
                <a:cubicBezTo>
                  <a:pt x="93983" y="739776"/>
                  <a:pt x="121368" y="764383"/>
                  <a:pt x="147958" y="785814"/>
                </a:cubicBezTo>
                <a:cubicBezTo>
                  <a:pt x="174549" y="807245"/>
                  <a:pt x="190820" y="822723"/>
                  <a:pt x="231301" y="840582"/>
                </a:cubicBezTo>
                <a:cubicBezTo>
                  <a:pt x="271782" y="858441"/>
                  <a:pt x="357607" y="882056"/>
                  <a:pt x="390845" y="892970"/>
                </a:cubicBezTo>
              </a:path>
            </a:pathLst>
          </a:cu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Data-Collection Icons - Free SVG &amp; PNG ...">
            <a:hlinkClick r:id="rId16"/>
            <a:extLst>
              <a:ext uri="{FF2B5EF4-FFF2-40B4-BE49-F238E27FC236}">
                <a16:creationId xmlns:a16="http://schemas.microsoft.com/office/drawing/2014/main" id="{C8448457-35C9-BA8A-C26E-CA8FC427B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92838" y="5098917"/>
            <a:ext cx="1452347" cy="1452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3D3A971-B431-0E30-01D4-B34199F1F307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2564" y="13310902"/>
            <a:ext cx="913872" cy="91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801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lumMod val="20000"/>
            <a:lumOff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52597</TotalTime>
  <Words>1007</Words>
  <Application>Microsoft Office PowerPoint</Application>
  <PresentationFormat>Custom</PresentationFormat>
  <Paragraphs>130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Engravers MT</vt:lpstr>
      <vt:lpstr>Lucida Sans</vt:lpstr>
      <vt:lpstr>Office Theme</vt:lpstr>
      <vt:lpstr>PowerPoint Presentation</vt:lpstr>
    </vt:vector>
  </TitlesOfParts>
  <Company>NCI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Terry Lee</dc:creator>
  <cp:lastModifiedBy>Prober, Jonah Alexander</cp:lastModifiedBy>
  <cp:revision>712</cp:revision>
  <cp:lastPrinted>2017-05-02T15:19:52Z</cp:lastPrinted>
  <dcterms:created xsi:type="dcterms:W3CDTF">2012-06-05T13:38:45Z</dcterms:created>
  <dcterms:modified xsi:type="dcterms:W3CDTF">2025-07-30T22:06:25Z</dcterms:modified>
</cp:coreProperties>
</file>